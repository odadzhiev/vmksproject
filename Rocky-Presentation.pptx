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Amatic SC"/>
      <p:regular r:id="rId16"/>
      <p:bold r:id="rId17"/>
    </p:embeddedFont>
    <p:embeddedFont>
      <p:font typeface="Fira Sans Extra Condensed Medium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ExtraCondensedMedium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FiraSansExtraCondensedMedium-boldItalic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AmaticSC-bold.fntdata"/><Relationship Id="rId16" Type="http://schemas.openxmlformats.org/officeDocument/2006/relationships/font" Target="fonts/AmaticSC-regular.fntdata"/><Relationship Id="rId5" Type="http://schemas.openxmlformats.org/officeDocument/2006/relationships/slide" Target="slides/slide1.xml"/><Relationship Id="rId19" Type="http://schemas.openxmlformats.org/officeDocument/2006/relationships/font" Target="fonts/FiraSansExtraCondensedMedium-bold.fntdata"/><Relationship Id="rId6" Type="http://schemas.openxmlformats.org/officeDocument/2006/relationships/slide" Target="slides/slide2.xml"/><Relationship Id="rId18" Type="http://schemas.openxmlformats.org/officeDocument/2006/relationships/font" Target="fonts/FiraSansExtraCondensedMedium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8d3355022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8d3355022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677bae27a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677bae27a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8677bae27a_8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8677bae27a_8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cd9e82934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cd9e82934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8cd9e82934_0_1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8cd9e82934_0_1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62d65cb27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62d65cb27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5fa727e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85fa727e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0275" y="536650"/>
            <a:ext cx="4613100" cy="164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0275" y="2178550"/>
            <a:ext cx="4613100" cy="54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717800" y="537175"/>
            <a:ext cx="7708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17800" y="1153000"/>
            <a:ext cx="7708500" cy="34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717800" y="537175"/>
            <a:ext cx="7708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717800" y="537175"/>
            <a:ext cx="7708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7800" y="537175"/>
            <a:ext cx="770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7800" y="1153000"/>
            <a:ext cx="77085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52">
          <p15:clr>
            <a:srgbClr val="EA4335"/>
          </p15:clr>
        </p15:guide>
        <p15:guide id="4" pos="5308">
          <p15:clr>
            <a:srgbClr val="EA4335"/>
          </p15:clr>
        </p15:guide>
        <p15:guide id="5" orient="horz" pos="338">
          <p15:clr>
            <a:srgbClr val="EA4335"/>
          </p15:clr>
        </p15:guide>
        <p15:guide id="6" orient="horz" pos="2902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710275" y="1544275"/>
            <a:ext cx="3861600" cy="164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Rocky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710275" y="3136900"/>
            <a:ext cx="3861600" cy="4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3">
                <a:latin typeface="Amatic SC"/>
                <a:ea typeface="Amatic SC"/>
                <a:cs typeface="Amatic SC"/>
                <a:sym typeface="Amatic SC"/>
              </a:rPr>
              <a:t>Изготвили: Борис Одаджиев, Елизабет Даскалова, Калоян Янев, Мая Колева</a:t>
            </a:r>
            <a:endParaRPr b="1" sz="2053">
              <a:latin typeface="Amatic SC"/>
              <a:ea typeface="Amatic SC"/>
              <a:cs typeface="Amatic SC"/>
              <a:sym typeface="Amatic SC"/>
            </a:endParaRPr>
          </a:p>
        </p:txBody>
      </p:sp>
      <p:grpSp>
        <p:nvGrpSpPr>
          <p:cNvPr id="53" name="Google Shape;53;p13"/>
          <p:cNvGrpSpPr/>
          <p:nvPr/>
        </p:nvGrpSpPr>
        <p:grpSpPr>
          <a:xfrm rot="-3885513">
            <a:off x="3690205" y="-824178"/>
            <a:ext cx="7721278" cy="3370581"/>
            <a:chOff x="2520320" y="2141863"/>
            <a:chExt cx="3853264" cy="1682071"/>
          </a:xfrm>
        </p:grpSpPr>
        <p:sp>
          <p:nvSpPr>
            <p:cNvPr id="54" name="Google Shape;54;p13"/>
            <p:cNvSpPr/>
            <p:nvPr/>
          </p:nvSpPr>
          <p:spPr>
            <a:xfrm>
              <a:off x="3190380" y="2732119"/>
              <a:ext cx="93023" cy="502014"/>
            </a:xfrm>
            <a:custGeom>
              <a:rect b="b" l="l" r="r" t="t"/>
              <a:pathLst>
                <a:path extrusionOk="0" h="24420" w="4525">
                  <a:moveTo>
                    <a:pt x="3334" y="0"/>
                  </a:moveTo>
                  <a:cubicBezTo>
                    <a:pt x="1500" y="0"/>
                    <a:pt x="0" y="1500"/>
                    <a:pt x="0" y="3334"/>
                  </a:cubicBezTo>
                  <a:lnTo>
                    <a:pt x="0" y="21086"/>
                  </a:lnTo>
                  <a:cubicBezTo>
                    <a:pt x="0" y="21455"/>
                    <a:pt x="72" y="21812"/>
                    <a:pt x="179" y="22146"/>
                  </a:cubicBezTo>
                  <a:cubicBezTo>
                    <a:pt x="643" y="23503"/>
                    <a:pt x="1905" y="24420"/>
                    <a:pt x="3334" y="24420"/>
                  </a:cubicBezTo>
                  <a:lnTo>
                    <a:pt x="4524" y="24420"/>
                  </a:lnTo>
                  <a:lnTo>
                    <a:pt x="4524" y="0"/>
                  </a:lnTo>
                  <a:close/>
                </a:path>
              </a:pathLst>
            </a:custGeom>
            <a:solidFill>
              <a:srgbClr val="CCCCCC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3283385" y="2633474"/>
              <a:ext cx="93023" cy="699304"/>
            </a:xfrm>
            <a:custGeom>
              <a:rect b="b" l="l" r="r" t="t"/>
              <a:pathLst>
                <a:path extrusionOk="0" h="34017" w="4525">
                  <a:moveTo>
                    <a:pt x="1655" y="0"/>
                  </a:moveTo>
                  <a:cubicBezTo>
                    <a:pt x="739" y="0"/>
                    <a:pt x="0" y="738"/>
                    <a:pt x="0" y="1655"/>
                  </a:cubicBezTo>
                  <a:lnTo>
                    <a:pt x="0" y="32361"/>
                  </a:lnTo>
                  <a:cubicBezTo>
                    <a:pt x="0" y="33278"/>
                    <a:pt x="739" y="34016"/>
                    <a:pt x="1655" y="34016"/>
                  </a:cubicBezTo>
                  <a:lnTo>
                    <a:pt x="4525" y="34016"/>
                  </a:lnTo>
                  <a:lnTo>
                    <a:pt x="4525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2892988" y="2141863"/>
              <a:ext cx="1156750" cy="513280"/>
            </a:xfrm>
            <a:custGeom>
              <a:rect b="b" l="l" r="r" t="t"/>
              <a:pathLst>
                <a:path extrusionOk="0" h="24968" w="56269">
                  <a:moveTo>
                    <a:pt x="0" y="0"/>
                  </a:moveTo>
                  <a:lnTo>
                    <a:pt x="25241" y="24968"/>
                  </a:lnTo>
                  <a:lnTo>
                    <a:pt x="25253" y="24968"/>
                  </a:lnTo>
                  <a:cubicBezTo>
                    <a:pt x="32504" y="22646"/>
                    <a:pt x="39886" y="20741"/>
                    <a:pt x="47196" y="19324"/>
                  </a:cubicBezTo>
                  <a:lnTo>
                    <a:pt x="47411" y="19277"/>
                  </a:lnTo>
                  <a:lnTo>
                    <a:pt x="47685" y="19229"/>
                  </a:lnTo>
                  <a:lnTo>
                    <a:pt x="48387" y="19098"/>
                  </a:lnTo>
                  <a:cubicBezTo>
                    <a:pt x="48470" y="19086"/>
                    <a:pt x="48542" y="19062"/>
                    <a:pt x="48625" y="19050"/>
                  </a:cubicBezTo>
                  <a:cubicBezTo>
                    <a:pt x="51149" y="18574"/>
                    <a:pt x="53673" y="18157"/>
                    <a:pt x="56269" y="17788"/>
                  </a:cubicBezTo>
                  <a:lnTo>
                    <a:pt x="42029" y="4608"/>
                  </a:lnTo>
                  <a:cubicBezTo>
                    <a:pt x="38826" y="1632"/>
                    <a:pt x="34635" y="0"/>
                    <a:pt x="30266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2892988" y="3310633"/>
              <a:ext cx="1156750" cy="513300"/>
            </a:xfrm>
            <a:custGeom>
              <a:rect b="b" l="l" r="r" t="t"/>
              <a:pathLst>
                <a:path extrusionOk="0" h="24969" w="56269">
                  <a:moveTo>
                    <a:pt x="25241" y="1"/>
                  </a:moveTo>
                  <a:lnTo>
                    <a:pt x="0" y="24968"/>
                  </a:lnTo>
                  <a:lnTo>
                    <a:pt x="30266" y="24968"/>
                  </a:lnTo>
                  <a:cubicBezTo>
                    <a:pt x="34635" y="24968"/>
                    <a:pt x="38826" y="23337"/>
                    <a:pt x="42029" y="20360"/>
                  </a:cubicBezTo>
                  <a:lnTo>
                    <a:pt x="56269" y="7180"/>
                  </a:lnTo>
                  <a:cubicBezTo>
                    <a:pt x="53673" y="6811"/>
                    <a:pt x="51149" y="6394"/>
                    <a:pt x="48625" y="5918"/>
                  </a:cubicBezTo>
                  <a:cubicBezTo>
                    <a:pt x="48542" y="5906"/>
                    <a:pt x="48470" y="5882"/>
                    <a:pt x="48387" y="5870"/>
                  </a:cubicBezTo>
                  <a:lnTo>
                    <a:pt x="47685" y="5739"/>
                  </a:lnTo>
                  <a:lnTo>
                    <a:pt x="47411" y="5692"/>
                  </a:lnTo>
                  <a:lnTo>
                    <a:pt x="47196" y="5644"/>
                  </a:lnTo>
                  <a:cubicBezTo>
                    <a:pt x="39886" y="4227"/>
                    <a:pt x="32504" y="2310"/>
                    <a:pt x="25253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829447" y="2691241"/>
              <a:ext cx="544136" cy="583771"/>
            </a:xfrm>
            <a:custGeom>
              <a:rect b="b" l="l" r="r" t="t"/>
              <a:pathLst>
                <a:path extrusionOk="0" h="28397" w="26469">
                  <a:moveTo>
                    <a:pt x="1" y="0"/>
                  </a:moveTo>
                  <a:lnTo>
                    <a:pt x="1" y="28396"/>
                  </a:lnTo>
                  <a:cubicBezTo>
                    <a:pt x="7597" y="25717"/>
                    <a:pt x="15217" y="22539"/>
                    <a:pt x="22670" y="18812"/>
                  </a:cubicBezTo>
                  <a:cubicBezTo>
                    <a:pt x="26468" y="16907"/>
                    <a:pt x="26468" y="11501"/>
                    <a:pt x="22670" y="9596"/>
                  </a:cubicBezTo>
                  <a:cubicBezTo>
                    <a:pt x="15217" y="5858"/>
                    <a:pt x="7597" y="2679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3364898" y="2531406"/>
              <a:ext cx="455513" cy="903440"/>
            </a:xfrm>
            <a:custGeom>
              <a:rect b="b" l="l" r="r" t="t"/>
              <a:pathLst>
                <a:path extrusionOk="0" h="43947" w="22158">
                  <a:moveTo>
                    <a:pt x="22158" y="0"/>
                  </a:moveTo>
                  <a:cubicBezTo>
                    <a:pt x="14443" y="1405"/>
                    <a:pt x="6763" y="3001"/>
                    <a:pt x="0" y="4489"/>
                  </a:cubicBezTo>
                  <a:lnTo>
                    <a:pt x="0" y="39469"/>
                  </a:lnTo>
                  <a:cubicBezTo>
                    <a:pt x="6763" y="40958"/>
                    <a:pt x="14443" y="42553"/>
                    <a:pt x="22158" y="43946"/>
                  </a:cubicBezTo>
                  <a:lnTo>
                    <a:pt x="22158" y="43910"/>
                  </a:lnTo>
                  <a:lnTo>
                    <a:pt x="2215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820403" y="2458715"/>
              <a:ext cx="505221" cy="1048823"/>
            </a:xfrm>
            <a:custGeom>
              <a:rect b="b" l="l" r="r" t="t"/>
              <a:pathLst>
                <a:path extrusionOk="0" h="51019" w="24576">
                  <a:moveTo>
                    <a:pt x="24575" y="0"/>
                  </a:moveTo>
                  <a:cubicBezTo>
                    <a:pt x="17170" y="667"/>
                    <a:pt x="8561" y="1988"/>
                    <a:pt x="1" y="3536"/>
                  </a:cubicBezTo>
                  <a:lnTo>
                    <a:pt x="1" y="47446"/>
                  </a:lnTo>
                  <a:lnTo>
                    <a:pt x="1" y="47482"/>
                  </a:lnTo>
                  <a:cubicBezTo>
                    <a:pt x="8561" y="49042"/>
                    <a:pt x="17170" y="50352"/>
                    <a:pt x="24575" y="51018"/>
                  </a:cubicBezTo>
                  <a:lnTo>
                    <a:pt x="2457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4325617" y="2449042"/>
              <a:ext cx="504954" cy="1068168"/>
            </a:xfrm>
            <a:custGeom>
              <a:rect b="b" l="l" r="r" t="t"/>
              <a:pathLst>
                <a:path extrusionOk="0" h="51960" w="24563">
                  <a:moveTo>
                    <a:pt x="9156" y="1"/>
                  </a:moveTo>
                  <a:cubicBezTo>
                    <a:pt x="6418" y="1"/>
                    <a:pt x="3322" y="167"/>
                    <a:pt x="0" y="465"/>
                  </a:cubicBezTo>
                  <a:lnTo>
                    <a:pt x="0" y="51483"/>
                  </a:lnTo>
                  <a:cubicBezTo>
                    <a:pt x="3322" y="51781"/>
                    <a:pt x="6418" y="51960"/>
                    <a:pt x="9156" y="51960"/>
                  </a:cubicBezTo>
                  <a:cubicBezTo>
                    <a:pt x="13859" y="51960"/>
                    <a:pt x="19038" y="51698"/>
                    <a:pt x="24563" y="51150"/>
                  </a:cubicBezTo>
                  <a:lnTo>
                    <a:pt x="24563" y="798"/>
                  </a:lnTo>
                  <a:cubicBezTo>
                    <a:pt x="19038" y="263"/>
                    <a:pt x="13859" y="1"/>
                    <a:pt x="9156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4828604" y="2465694"/>
              <a:ext cx="504974" cy="1034865"/>
            </a:xfrm>
            <a:custGeom>
              <a:rect b="b" l="l" r="r" t="t"/>
              <a:pathLst>
                <a:path extrusionOk="0" h="50340" w="24564">
                  <a:moveTo>
                    <a:pt x="1" y="0"/>
                  </a:moveTo>
                  <a:lnTo>
                    <a:pt x="1" y="50340"/>
                  </a:lnTo>
                  <a:cubicBezTo>
                    <a:pt x="7633" y="49578"/>
                    <a:pt x="15931" y="48268"/>
                    <a:pt x="24563" y="46339"/>
                  </a:cubicBezTo>
                  <a:lnTo>
                    <a:pt x="24563" y="4001"/>
                  </a:lnTo>
                  <a:cubicBezTo>
                    <a:pt x="15931" y="2060"/>
                    <a:pt x="7633" y="750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5330609" y="2547924"/>
              <a:ext cx="501767" cy="870405"/>
            </a:xfrm>
            <a:custGeom>
              <a:rect b="b" l="l" r="r" t="t"/>
              <a:pathLst>
                <a:path extrusionOk="0" h="42340" w="24408">
                  <a:moveTo>
                    <a:pt x="0" y="1"/>
                  </a:moveTo>
                  <a:lnTo>
                    <a:pt x="0" y="42339"/>
                  </a:lnTo>
                  <a:cubicBezTo>
                    <a:pt x="7894" y="40577"/>
                    <a:pt x="16050" y="38291"/>
                    <a:pt x="24229" y="35410"/>
                  </a:cubicBezTo>
                  <a:cubicBezTo>
                    <a:pt x="24277" y="35398"/>
                    <a:pt x="24265" y="35374"/>
                    <a:pt x="24408" y="35362"/>
                  </a:cubicBezTo>
                  <a:lnTo>
                    <a:pt x="24408" y="6966"/>
                  </a:lnTo>
                  <a:cubicBezTo>
                    <a:pt x="24265" y="6954"/>
                    <a:pt x="24277" y="6942"/>
                    <a:pt x="24229" y="6918"/>
                  </a:cubicBezTo>
                  <a:cubicBezTo>
                    <a:pt x="16050" y="4049"/>
                    <a:pt x="7894" y="1763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 rot="5400000">
              <a:off x="2594207" y="2667746"/>
              <a:ext cx="482987" cy="630761"/>
            </a:xfrm>
            <a:custGeom>
              <a:rect b="b" l="l" r="r" t="t"/>
              <a:pathLst>
                <a:path extrusionOk="0" h="25888" w="19823">
                  <a:moveTo>
                    <a:pt x="9356" y="1"/>
                  </a:moveTo>
                  <a:cubicBezTo>
                    <a:pt x="9349" y="1"/>
                    <a:pt x="9342" y="1"/>
                    <a:pt x="9335" y="1"/>
                  </a:cubicBezTo>
                  <a:cubicBezTo>
                    <a:pt x="2823" y="1"/>
                    <a:pt x="1" y="4108"/>
                    <a:pt x="13" y="8204"/>
                  </a:cubicBezTo>
                  <a:cubicBezTo>
                    <a:pt x="25" y="13872"/>
                    <a:pt x="2977" y="14562"/>
                    <a:pt x="4359" y="21492"/>
                  </a:cubicBezTo>
                  <a:cubicBezTo>
                    <a:pt x="4436" y="21901"/>
                    <a:pt x="4646" y="22097"/>
                    <a:pt x="4844" y="22097"/>
                  </a:cubicBezTo>
                  <a:cubicBezTo>
                    <a:pt x="5045" y="22097"/>
                    <a:pt x="5234" y="21898"/>
                    <a:pt x="5263" y="21515"/>
                  </a:cubicBezTo>
                  <a:cubicBezTo>
                    <a:pt x="5507" y="18402"/>
                    <a:pt x="6880" y="17284"/>
                    <a:pt x="8156" y="17284"/>
                  </a:cubicBezTo>
                  <a:cubicBezTo>
                    <a:pt x="8875" y="17284"/>
                    <a:pt x="9564" y="17640"/>
                    <a:pt x="10002" y="18194"/>
                  </a:cubicBezTo>
                  <a:cubicBezTo>
                    <a:pt x="11502" y="20075"/>
                    <a:pt x="10788" y="23004"/>
                    <a:pt x="9609" y="25337"/>
                  </a:cubicBezTo>
                  <a:cubicBezTo>
                    <a:pt x="9506" y="25563"/>
                    <a:pt x="9661" y="25887"/>
                    <a:pt x="9851" y="25887"/>
                  </a:cubicBezTo>
                  <a:cubicBezTo>
                    <a:pt x="9881" y="25887"/>
                    <a:pt x="9912" y="25879"/>
                    <a:pt x="9943" y="25861"/>
                  </a:cubicBezTo>
                  <a:cubicBezTo>
                    <a:pt x="12455" y="24409"/>
                    <a:pt x="17336" y="19610"/>
                    <a:pt x="18336" y="13633"/>
                  </a:cubicBezTo>
                  <a:cubicBezTo>
                    <a:pt x="19823" y="4739"/>
                    <a:pt x="14955" y="1"/>
                    <a:pt x="9356" y="1"/>
                  </a:cubicBezTo>
                  <a:close/>
                </a:path>
              </a:pathLst>
            </a:custGeom>
            <a:gradFill>
              <a:gsLst>
                <a:gs pos="0">
                  <a:srgbClr val="FCBD24"/>
                </a:gs>
                <a:gs pos="100000">
                  <a:srgbClr val="FFFFFF"/>
                </a:gs>
              </a:gsLst>
              <a:lin ang="5400012" scaled="0"/>
            </a:gra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4"/>
          <p:cNvGrpSpPr/>
          <p:nvPr/>
        </p:nvGrpSpPr>
        <p:grpSpPr>
          <a:xfrm>
            <a:off x="3170236" y="1194883"/>
            <a:ext cx="1413921" cy="2800395"/>
            <a:chOff x="2678318" y="1487495"/>
            <a:chExt cx="1567540" cy="3104651"/>
          </a:xfrm>
        </p:grpSpPr>
        <p:sp>
          <p:nvSpPr>
            <p:cNvPr id="70" name="Google Shape;70;p14"/>
            <p:cNvSpPr/>
            <p:nvPr/>
          </p:nvSpPr>
          <p:spPr>
            <a:xfrm>
              <a:off x="2703018" y="1512454"/>
              <a:ext cx="1542840" cy="3054501"/>
            </a:xfrm>
            <a:custGeom>
              <a:rect b="b" l="l" r="r" t="t"/>
              <a:pathLst>
                <a:path extrusionOk="0" h="141363" w="71403">
                  <a:moveTo>
                    <a:pt x="727" y="0"/>
                  </a:moveTo>
                  <a:cubicBezTo>
                    <a:pt x="322" y="0"/>
                    <a:pt x="1" y="322"/>
                    <a:pt x="1" y="714"/>
                  </a:cubicBezTo>
                  <a:cubicBezTo>
                    <a:pt x="1" y="1107"/>
                    <a:pt x="322" y="1429"/>
                    <a:pt x="727" y="1429"/>
                  </a:cubicBezTo>
                  <a:cubicBezTo>
                    <a:pt x="10074" y="1429"/>
                    <a:pt x="19134" y="3262"/>
                    <a:pt x="27683" y="6870"/>
                  </a:cubicBezTo>
                  <a:cubicBezTo>
                    <a:pt x="35922" y="10359"/>
                    <a:pt x="43328" y="15359"/>
                    <a:pt x="49686" y="21717"/>
                  </a:cubicBezTo>
                  <a:cubicBezTo>
                    <a:pt x="56044" y="28075"/>
                    <a:pt x="61044" y="35481"/>
                    <a:pt x="64533" y="43732"/>
                  </a:cubicBezTo>
                  <a:cubicBezTo>
                    <a:pt x="68140" y="52268"/>
                    <a:pt x="69974" y="61329"/>
                    <a:pt x="69974" y="70675"/>
                  </a:cubicBezTo>
                  <a:cubicBezTo>
                    <a:pt x="69974" y="80034"/>
                    <a:pt x="68140" y="89094"/>
                    <a:pt x="64533" y="97631"/>
                  </a:cubicBezTo>
                  <a:cubicBezTo>
                    <a:pt x="61044" y="105882"/>
                    <a:pt x="56044" y="113288"/>
                    <a:pt x="49686" y="119646"/>
                  </a:cubicBezTo>
                  <a:cubicBezTo>
                    <a:pt x="43328" y="126004"/>
                    <a:pt x="35922" y="131004"/>
                    <a:pt x="27683" y="134493"/>
                  </a:cubicBezTo>
                  <a:cubicBezTo>
                    <a:pt x="19134" y="138100"/>
                    <a:pt x="10074" y="139934"/>
                    <a:pt x="727" y="139934"/>
                  </a:cubicBezTo>
                  <a:cubicBezTo>
                    <a:pt x="322" y="139934"/>
                    <a:pt x="1" y="140255"/>
                    <a:pt x="1" y="140648"/>
                  </a:cubicBezTo>
                  <a:cubicBezTo>
                    <a:pt x="1" y="141041"/>
                    <a:pt x="322" y="141363"/>
                    <a:pt x="727" y="141363"/>
                  </a:cubicBezTo>
                  <a:cubicBezTo>
                    <a:pt x="10264" y="141363"/>
                    <a:pt x="19515" y="139493"/>
                    <a:pt x="28231" y="135802"/>
                  </a:cubicBezTo>
                  <a:cubicBezTo>
                    <a:pt x="36648" y="132243"/>
                    <a:pt x="44209" y="127147"/>
                    <a:pt x="50698" y="120658"/>
                  </a:cubicBezTo>
                  <a:cubicBezTo>
                    <a:pt x="57187" y="114169"/>
                    <a:pt x="62294" y="106608"/>
                    <a:pt x="65854" y="98191"/>
                  </a:cubicBezTo>
                  <a:cubicBezTo>
                    <a:pt x="69533" y="89475"/>
                    <a:pt x="71403" y="80224"/>
                    <a:pt x="71403" y="70675"/>
                  </a:cubicBezTo>
                  <a:cubicBezTo>
                    <a:pt x="71403" y="61139"/>
                    <a:pt x="69533" y="51887"/>
                    <a:pt x="65854" y="43172"/>
                  </a:cubicBezTo>
                  <a:cubicBezTo>
                    <a:pt x="62294" y="34754"/>
                    <a:pt x="57187" y="27194"/>
                    <a:pt x="50698" y="20705"/>
                  </a:cubicBezTo>
                  <a:cubicBezTo>
                    <a:pt x="44209" y="14216"/>
                    <a:pt x="36648" y="9120"/>
                    <a:pt x="28231" y="5560"/>
                  </a:cubicBezTo>
                  <a:cubicBezTo>
                    <a:pt x="19515" y="1869"/>
                    <a:pt x="10264" y="0"/>
                    <a:pt x="7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2678318" y="1487495"/>
              <a:ext cx="80553" cy="80790"/>
            </a:xfrm>
            <a:custGeom>
              <a:rect b="b" l="l" r="r" t="t"/>
              <a:pathLst>
                <a:path extrusionOk="0" h="3739" w="3728">
                  <a:moveTo>
                    <a:pt x="1870" y="0"/>
                  </a:moveTo>
                  <a:cubicBezTo>
                    <a:pt x="834" y="0"/>
                    <a:pt x="1" y="834"/>
                    <a:pt x="1" y="1869"/>
                  </a:cubicBezTo>
                  <a:cubicBezTo>
                    <a:pt x="1" y="2905"/>
                    <a:pt x="834" y="3739"/>
                    <a:pt x="1870" y="3739"/>
                  </a:cubicBezTo>
                  <a:cubicBezTo>
                    <a:pt x="2894" y="3739"/>
                    <a:pt x="3727" y="2905"/>
                    <a:pt x="3727" y="1869"/>
                  </a:cubicBezTo>
                  <a:cubicBezTo>
                    <a:pt x="3727" y="834"/>
                    <a:pt x="2894" y="0"/>
                    <a:pt x="18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2678318" y="4511356"/>
              <a:ext cx="80553" cy="80790"/>
            </a:xfrm>
            <a:custGeom>
              <a:rect b="b" l="l" r="r" t="t"/>
              <a:pathLst>
                <a:path extrusionOk="0" h="3739" w="3728">
                  <a:moveTo>
                    <a:pt x="1870" y="0"/>
                  </a:moveTo>
                  <a:cubicBezTo>
                    <a:pt x="834" y="0"/>
                    <a:pt x="1" y="833"/>
                    <a:pt x="1" y="1869"/>
                  </a:cubicBezTo>
                  <a:cubicBezTo>
                    <a:pt x="1" y="2905"/>
                    <a:pt x="834" y="3739"/>
                    <a:pt x="1870" y="3739"/>
                  </a:cubicBezTo>
                  <a:cubicBezTo>
                    <a:pt x="2894" y="3739"/>
                    <a:pt x="3727" y="2905"/>
                    <a:pt x="3727" y="1869"/>
                  </a:cubicBezTo>
                  <a:cubicBezTo>
                    <a:pt x="3727" y="833"/>
                    <a:pt x="2894" y="0"/>
                    <a:pt x="18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4"/>
          <p:cNvSpPr txBox="1"/>
          <p:nvPr>
            <p:ph type="title"/>
          </p:nvPr>
        </p:nvSpPr>
        <p:spPr>
          <a:xfrm>
            <a:off x="619950" y="537175"/>
            <a:ext cx="7708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Основна идея </a:t>
            </a:r>
            <a:endParaRPr/>
          </a:p>
        </p:txBody>
      </p:sp>
      <p:grpSp>
        <p:nvGrpSpPr>
          <p:cNvPr id="74" name="Google Shape;74;p14"/>
          <p:cNvGrpSpPr/>
          <p:nvPr/>
        </p:nvGrpSpPr>
        <p:grpSpPr>
          <a:xfrm>
            <a:off x="100" y="1965249"/>
            <a:ext cx="3857705" cy="1261822"/>
            <a:chOff x="101" y="2418664"/>
            <a:chExt cx="3798075" cy="1242317"/>
          </a:xfrm>
        </p:grpSpPr>
        <p:sp>
          <p:nvSpPr>
            <p:cNvPr id="75" name="Google Shape;75;p14"/>
            <p:cNvSpPr/>
            <p:nvPr/>
          </p:nvSpPr>
          <p:spPr>
            <a:xfrm rot="5400000">
              <a:off x="532307" y="2256594"/>
              <a:ext cx="502038" cy="1566449"/>
            </a:xfrm>
            <a:custGeom>
              <a:rect b="b" l="l" r="r" t="t"/>
              <a:pathLst>
                <a:path extrusionOk="0" h="84297" w="19324">
                  <a:moveTo>
                    <a:pt x="19324" y="84297"/>
                  </a:moveTo>
                  <a:lnTo>
                    <a:pt x="12776" y="1"/>
                  </a:lnTo>
                  <a:lnTo>
                    <a:pt x="6537" y="1"/>
                  </a:lnTo>
                  <a:lnTo>
                    <a:pt x="0" y="84297"/>
                  </a:lnTo>
                  <a:close/>
                </a:path>
              </a:pathLst>
            </a:custGeom>
            <a:gradFill>
              <a:gsLst>
                <a:gs pos="0">
                  <a:srgbClr val="FCBD24"/>
                </a:gs>
                <a:gs pos="100000">
                  <a:srgbClr val="FFFFFF"/>
                </a:gs>
              </a:gsLst>
              <a:lin ang="5400012" scaled="0"/>
            </a:gra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3"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1562580" y="2859771"/>
              <a:ext cx="80238" cy="358957"/>
            </a:xfrm>
            <a:custGeom>
              <a:rect b="b" l="l" r="r" t="t"/>
              <a:pathLst>
                <a:path extrusionOk="0" h="15027" w="3359">
                  <a:moveTo>
                    <a:pt x="2310" y="1"/>
                  </a:moveTo>
                  <a:cubicBezTo>
                    <a:pt x="1036" y="1"/>
                    <a:pt x="1" y="1037"/>
                    <a:pt x="1" y="2311"/>
                  </a:cubicBezTo>
                  <a:lnTo>
                    <a:pt x="1" y="12717"/>
                  </a:lnTo>
                  <a:cubicBezTo>
                    <a:pt x="1" y="12979"/>
                    <a:pt x="48" y="13229"/>
                    <a:pt x="120" y="13455"/>
                  </a:cubicBezTo>
                  <a:cubicBezTo>
                    <a:pt x="429" y="14372"/>
                    <a:pt x="1298" y="15027"/>
                    <a:pt x="2310" y="15027"/>
                  </a:cubicBezTo>
                  <a:lnTo>
                    <a:pt x="3358" y="15027"/>
                  </a:lnTo>
                  <a:lnTo>
                    <a:pt x="3358" y="1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1337142" y="3285828"/>
              <a:ext cx="836206" cy="375153"/>
            </a:xfrm>
            <a:custGeom>
              <a:rect b="b" l="l" r="r" t="t"/>
              <a:pathLst>
                <a:path extrusionOk="0" h="15705" w="35006">
                  <a:moveTo>
                    <a:pt x="15872" y="0"/>
                  </a:moveTo>
                  <a:lnTo>
                    <a:pt x="1" y="15705"/>
                  </a:lnTo>
                  <a:lnTo>
                    <a:pt x="18587" y="15705"/>
                  </a:lnTo>
                  <a:cubicBezTo>
                    <a:pt x="21242" y="15705"/>
                    <a:pt x="23790" y="14705"/>
                    <a:pt x="25730" y="12907"/>
                  </a:cubicBezTo>
                  <a:lnTo>
                    <a:pt x="35005" y="4310"/>
                  </a:lnTo>
                  <a:lnTo>
                    <a:pt x="15872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1337142" y="2418664"/>
              <a:ext cx="836206" cy="375153"/>
            </a:xfrm>
            <a:custGeom>
              <a:rect b="b" l="l" r="r" t="t"/>
              <a:pathLst>
                <a:path extrusionOk="0" h="15705" w="35006">
                  <a:moveTo>
                    <a:pt x="1" y="0"/>
                  </a:moveTo>
                  <a:lnTo>
                    <a:pt x="15872" y="15705"/>
                  </a:lnTo>
                  <a:lnTo>
                    <a:pt x="35005" y="11383"/>
                  </a:lnTo>
                  <a:lnTo>
                    <a:pt x="25730" y="2798"/>
                  </a:lnTo>
                  <a:cubicBezTo>
                    <a:pt x="23790" y="1000"/>
                    <a:pt x="21242" y="0"/>
                    <a:pt x="18587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3401978" y="2824800"/>
              <a:ext cx="396198" cy="428637"/>
            </a:xfrm>
            <a:custGeom>
              <a:rect b="b" l="l" r="r" t="t"/>
              <a:pathLst>
                <a:path extrusionOk="0" h="17944" w="16586">
                  <a:moveTo>
                    <a:pt x="0" y="0"/>
                  </a:moveTo>
                  <a:lnTo>
                    <a:pt x="0" y="17943"/>
                  </a:lnTo>
                  <a:cubicBezTo>
                    <a:pt x="6846" y="15443"/>
                    <a:pt x="11990" y="12764"/>
                    <a:pt x="15062" y="10990"/>
                  </a:cubicBezTo>
                  <a:cubicBezTo>
                    <a:pt x="16586" y="10121"/>
                    <a:pt x="16562" y="7918"/>
                    <a:pt x="15038" y="7061"/>
                  </a:cubicBezTo>
                  <a:cubicBezTo>
                    <a:pt x="11561" y="5132"/>
                    <a:pt x="5787" y="2120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1716261" y="2666378"/>
              <a:ext cx="1685741" cy="745457"/>
            </a:xfrm>
            <a:custGeom>
              <a:rect b="b" l="l" r="r" t="t"/>
              <a:pathLst>
                <a:path extrusionOk="0" h="31207" w="70570">
                  <a:moveTo>
                    <a:pt x="33839" y="1"/>
                  </a:moveTo>
                  <a:cubicBezTo>
                    <a:pt x="33077" y="1"/>
                    <a:pt x="32315" y="1"/>
                    <a:pt x="31529" y="24"/>
                  </a:cubicBezTo>
                  <a:lnTo>
                    <a:pt x="31172" y="24"/>
                  </a:lnTo>
                  <a:cubicBezTo>
                    <a:pt x="30826" y="36"/>
                    <a:pt x="30469" y="36"/>
                    <a:pt x="30112" y="48"/>
                  </a:cubicBezTo>
                  <a:cubicBezTo>
                    <a:pt x="29636" y="72"/>
                    <a:pt x="29159" y="84"/>
                    <a:pt x="28659" y="108"/>
                  </a:cubicBezTo>
                  <a:cubicBezTo>
                    <a:pt x="25576" y="251"/>
                    <a:pt x="22385" y="525"/>
                    <a:pt x="19134" y="953"/>
                  </a:cubicBezTo>
                  <a:cubicBezTo>
                    <a:pt x="13014" y="1775"/>
                    <a:pt x="6609" y="3180"/>
                    <a:pt x="1" y="5287"/>
                  </a:cubicBezTo>
                  <a:lnTo>
                    <a:pt x="1" y="25909"/>
                  </a:lnTo>
                  <a:cubicBezTo>
                    <a:pt x="6609" y="28028"/>
                    <a:pt x="13014" y="29421"/>
                    <a:pt x="19134" y="30242"/>
                  </a:cubicBezTo>
                  <a:cubicBezTo>
                    <a:pt x="22397" y="30683"/>
                    <a:pt x="25576" y="30957"/>
                    <a:pt x="28659" y="31100"/>
                  </a:cubicBezTo>
                  <a:cubicBezTo>
                    <a:pt x="29159" y="31124"/>
                    <a:pt x="29636" y="31135"/>
                    <a:pt x="30112" y="31159"/>
                  </a:cubicBezTo>
                  <a:cubicBezTo>
                    <a:pt x="30469" y="31159"/>
                    <a:pt x="30826" y="31171"/>
                    <a:pt x="31172" y="31171"/>
                  </a:cubicBezTo>
                  <a:cubicBezTo>
                    <a:pt x="31302" y="31183"/>
                    <a:pt x="31422" y="31183"/>
                    <a:pt x="31529" y="31195"/>
                  </a:cubicBezTo>
                  <a:cubicBezTo>
                    <a:pt x="32315" y="31207"/>
                    <a:pt x="33077" y="31207"/>
                    <a:pt x="33839" y="31207"/>
                  </a:cubicBezTo>
                  <a:cubicBezTo>
                    <a:pt x="48614" y="31147"/>
                    <a:pt x="61199" y="28016"/>
                    <a:pt x="70569" y="24575"/>
                  </a:cubicBezTo>
                  <a:lnTo>
                    <a:pt x="70569" y="6632"/>
                  </a:lnTo>
                  <a:cubicBezTo>
                    <a:pt x="61199" y="3180"/>
                    <a:pt x="48626" y="60"/>
                    <a:pt x="33839" y="1"/>
                  </a:cubicBezTo>
                  <a:close/>
                </a:path>
              </a:pathLst>
            </a:custGeom>
            <a:solidFill>
              <a:srgbClr val="CCCCCC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2321785" y="2666378"/>
              <a:ext cx="1017631" cy="745457"/>
            </a:xfrm>
            <a:custGeom>
              <a:rect b="b" l="l" r="r" t="t"/>
              <a:pathLst>
                <a:path extrusionOk="0" h="31207" w="42601">
                  <a:moveTo>
                    <a:pt x="8490" y="1"/>
                  </a:moveTo>
                  <a:cubicBezTo>
                    <a:pt x="7728" y="1"/>
                    <a:pt x="6966" y="1"/>
                    <a:pt x="6180" y="24"/>
                  </a:cubicBezTo>
                  <a:lnTo>
                    <a:pt x="5823" y="24"/>
                  </a:lnTo>
                  <a:cubicBezTo>
                    <a:pt x="5477" y="36"/>
                    <a:pt x="5120" y="36"/>
                    <a:pt x="4763" y="48"/>
                  </a:cubicBezTo>
                  <a:cubicBezTo>
                    <a:pt x="4287" y="72"/>
                    <a:pt x="3810" y="84"/>
                    <a:pt x="3310" y="108"/>
                  </a:cubicBezTo>
                  <a:cubicBezTo>
                    <a:pt x="2227" y="155"/>
                    <a:pt x="1120" y="227"/>
                    <a:pt x="0" y="310"/>
                  </a:cubicBezTo>
                  <a:lnTo>
                    <a:pt x="0" y="30897"/>
                  </a:lnTo>
                  <a:cubicBezTo>
                    <a:pt x="1120" y="30981"/>
                    <a:pt x="2227" y="31052"/>
                    <a:pt x="3310" y="31100"/>
                  </a:cubicBezTo>
                  <a:cubicBezTo>
                    <a:pt x="3810" y="31124"/>
                    <a:pt x="4287" y="31135"/>
                    <a:pt x="4763" y="31159"/>
                  </a:cubicBezTo>
                  <a:cubicBezTo>
                    <a:pt x="5120" y="31159"/>
                    <a:pt x="5477" y="31171"/>
                    <a:pt x="5823" y="31171"/>
                  </a:cubicBezTo>
                  <a:cubicBezTo>
                    <a:pt x="5953" y="31183"/>
                    <a:pt x="6073" y="31183"/>
                    <a:pt x="6180" y="31195"/>
                  </a:cubicBezTo>
                  <a:cubicBezTo>
                    <a:pt x="6966" y="31207"/>
                    <a:pt x="7728" y="31207"/>
                    <a:pt x="8490" y="31207"/>
                  </a:cubicBezTo>
                  <a:cubicBezTo>
                    <a:pt x="21932" y="31159"/>
                    <a:pt x="33552" y="28552"/>
                    <a:pt x="42601" y="25492"/>
                  </a:cubicBezTo>
                  <a:lnTo>
                    <a:pt x="42601" y="5704"/>
                  </a:lnTo>
                  <a:cubicBezTo>
                    <a:pt x="33552" y="2644"/>
                    <a:pt x="21944" y="60"/>
                    <a:pt x="8490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1638468" y="2792647"/>
              <a:ext cx="80214" cy="493205"/>
            </a:xfrm>
            <a:custGeom>
              <a:rect b="b" l="l" r="r" t="t"/>
              <a:pathLst>
                <a:path extrusionOk="0" h="20647" w="3358">
                  <a:moveTo>
                    <a:pt x="1322" y="1"/>
                  </a:moveTo>
                  <a:cubicBezTo>
                    <a:pt x="596" y="1"/>
                    <a:pt x="0" y="596"/>
                    <a:pt x="0" y="1334"/>
                  </a:cubicBezTo>
                  <a:lnTo>
                    <a:pt x="0" y="19313"/>
                  </a:lnTo>
                  <a:cubicBezTo>
                    <a:pt x="0" y="20051"/>
                    <a:pt x="596" y="20646"/>
                    <a:pt x="1322" y="20646"/>
                  </a:cubicBezTo>
                  <a:lnTo>
                    <a:pt x="3358" y="20646"/>
                  </a:lnTo>
                  <a:lnTo>
                    <a:pt x="335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1314975" y="2977536"/>
              <a:ext cx="943700" cy="123164"/>
            </a:xfrm>
            <a:custGeom>
              <a:rect b="b" l="l" r="r" t="t"/>
              <a:pathLst>
                <a:path extrusionOk="0" h="5156" w="39506">
                  <a:moveTo>
                    <a:pt x="19753" y="0"/>
                  </a:moveTo>
                  <a:lnTo>
                    <a:pt x="0" y="2572"/>
                  </a:lnTo>
                  <a:lnTo>
                    <a:pt x="19753" y="5155"/>
                  </a:lnTo>
                  <a:lnTo>
                    <a:pt x="39505" y="2572"/>
                  </a:lnTo>
                  <a:lnTo>
                    <a:pt x="19753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2807275" y="2849547"/>
              <a:ext cx="378856" cy="378856"/>
            </a:xfrm>
            <a:custGeom>
              <a:rect b="b" l="l" r="r" t="t"/>
              <a:pathLst>
                <a:path extrusionOk="0" h="15860" w="15860">
                  <a:moveTo>
                    <a:pt x="7930" y="0"/>
                  </a:moveTo>
                  <a:cubicBezTo>
                    <a:pt x="3548" y="0"/>
                    <a:pt x="0" y="3560"/>
                    <a:pt x="0" y="7930"/>
                  </a:cubicBezTo>
                  <a:cubicBezTo>
                    <a:pt x="0" y="12311"/>
                    <a:pt x="3548" y="15859"/>
                    <a:pt x="7930" y="15859"/>
                  </a:cubicBezTo>
                  <a:cubicBezTo>
                    <a:pt x="12311" y="15859"/>
                    <a:pt x="15859" y="12311"/>
                    <a:pt x="15859" y="7930"/>
                  </a:cubicBezTo>
                  <a:cubicBezTo>
                    <a:pt x="15859" y="3560"/>
                    <a:pt x="12311" y="0"/>
                    <a:pt x="793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71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2851874" y="2894149"/>
              <a:ext cx="289643" cy="289643"/>
            </a:xfrm>
            <a:custGeom>
              <a:rect b="b" l="l" r="r" t="t"/>
              <a:pathLst>
                <a:path extrusionOk="0" h="15860" w="15860">
                  <a:moveTo>
                    <a:pt x="7930" y="0"/>
                  </a:moveTo>
                  <a:cubicBezTo>
                    <a:pt x="3548" y="0"/>
                    <a:pt x="0" y="3560"/>
                    <a:pt x="0" y="7930"/>
                  </a:cubicBezTo>
                  <a:cubicBezTo>
                    <a:pt x="0" y="12311"/>
                    <a:pt x="3548" y="15859"/>
                    <a:pt x="7930" y="15859"/>
                  </a:cubicBezTo>
                  <a:cubicBezTo>
                    <a:pt x="12311" y="15859"/>
                    <a:pt x="15859" y="12311"/>
                    <a:pt x="15859" y="7930"/>
                  </a:cubicBezTo>
                  <a:cubicBezTo>
                    <a:pt x="15859" y="3560"/>
                    <a:pt x="12311" y="0"/>
                    <a:pt x="7930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71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3"/>
            </a:p>
          </p:txBody>
        </p:sp>
      </p:grpSp>
      <p:grpSp>
        <p:nvGrpSpPr>
          <p:cNvPr id="86" name="Google Shape;86;p14"/>
          <p:cNvGrpSpPr/>
          <p:nvPr/>
        </p:nvGrpSpPr>
        <p:grpSpPr>
          <a:xfrm>
            <a:off x="3975262" y="2378311"/>
            <a:ext cx="1740104" cy="363853"/>
            <a:chOff x="3928713" y="1107568"/>
            <a:chExt cx="1929162" cy="403384"/>
          </a:xfrm>
        </p:grpSpPr>
        <p:cxnSp>
          <p:nvCxnSpPr>
            <p:cNvPr id="87" name="Google Shape;87;p14"/>
            <p:cNvCxnSpPr/>
            <p:nvPr/>
          </p:nvCxnSpPr>
          <p:spPr>
            <a:xfrm>
              <a:off x="4267875" y="1309250"/>
              <a:ext cx="1590000" cy="0"/>
            </a:xfrm>
            <a:prstGeom prst="straightConnector1">
              <a:avLst/>
            </a:prstGeom>
            <a:noFill/>
            <a:ln cap="flat" cmpd="sng" w="17175">
              <a:solidFill>
                <a:schemeClr val="accent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88" name="Google Shape;88;p14"/>
            <p:cNvSpPr/>
            <p:nvPr/>
          </p:nvSpPr>
          <p:spPr>
            <a:xfrm>
              <a:off x="3928713" y="1107568"/>
              <a:ext cx="403691" cy="403384"/>
            </a:xfrm>
            <a:custGeom>
              <a:rect b="b" l="l" r="r" t="t"/>
              <a:pathLst>
                <a:path extrusionOk="0" h="14134" w="14146">
                  <a:moveTo>
                    <a:pt x="7073" y="0"/>
                  </a:moveTo>
                  <a:cubicBezTo>
                    <a:pt x="3168" y="0"/>
                    <a:pt x="1" y="3167"/>
                    <a:pt x="1" y="7073"/>
                  </a:cubicBezTo>
                  <a:cubicBezTo>
                    <a:pt x="1" y="10978"/>
                    <a:pt x="3168" y="14133"/>
                    <a:pt x="7073" y="14133"/>
                  </a:cubicBezTo>
                  <a:cubicBezTo>
                    <a:pt x="10978" y="14133"/>
                    <a:pt x="14145" y="10978"/>
                    <a:pt x="14145" y="7073"/>
                  </a:cubicBezTo>
                  <a:cubicBezTo>
                    <a:pt x="14145" y="3167"/>
                    <a:pt x="10978" y="0"/>
                    <a:pt x="70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82475" lIns="82475" spcFirstLastPara="1" rIns="82475" wrap="square" tIns="8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92"/>
                <a:buFont typeface="Arial"/>
                <a:buNone/>
              </a:pPr>
              <a:r>
                <a:t/>
              </a:r>
              <a:endParaRPr sz="1263">
                <a:solidFill>
                  <a:srgbClr val="FFFFFF"/>
                </a:solidFill>
              </a:endParaRPr>
            </a:p>
          </p:txBody>
        </p:sp>
      </p:grpSp>
      <p:sp>
        <p:nvSpPr>
          <p:cNvPr id="89" name="Google Shape;89;p14"/>
          <p:cNvSpPr/>
          <p:nvPr/>
        </p:nvSpPr>
        <p:spPr>
          <a:xfrm>
            <a:off x="5715375" y="2031263"/>
            <a:ext cx="2744400" cy="11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5715375" y="1785025"/>
            <a:ext cx="2744400" cy="16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475" lIns="82475" spcFirstLastPara="1" rIns="82475" wrap="square" tIns="8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3">
                <a:latin typeface="Amatic SC"/>
                <a:ea typeface="Amatic SC"/>
                <a:cs typeface="Amatic SC"/>
                <a:sym typeface="Amatic SC"/>
              </a:rPr>
              <a:t>Мултифункционална хоби ракета с различни приложения и функционалности</a:t>
            </a:r>
            <a:r>
              <a:rPr lang="en" sz="1453">
                <a:latin typeface="Roboto"/>
                <a:ea typeface="Roboto"/>
                <a:cs typeface="Roboto"/>
                <a:sym typeface="Roboto"/>
              </a:rPr>
              <a:t>.</a:t>
            </a:r>
            <a:endParaRPr sz="1453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4745507" y="917025"/>
            <a:ext cx="3365830" cy="571500"/>
            <a:chOff x="4745507" y="917025"/>
            <a:chExt cx="3365830" cy="571500"/>
          </a:xfrm>
        </p:grpSpPr>
        <p:grpSp>
          <p:nvGrpSpPr>
            <p:cNvPr id="96" name="Google Shape;96;p15"/>
            <p:cNvGrpSpPr/>
            <p:nvPr/>
          </p:nvGrpSpPr>
          <p:grpSpPr>
            <a:xfrm>
              <a:off x="4745507" y="962558"/>
              <a:ext cx="480491" cy="480413"/>
              <a:chOff x="3880632" y="962558"/>
              <a:chExt cx="480491" cy="480413"/>
            </a:xfrm>
          </p:grpSpPr>
          <p:sp>
            <p:nvSpPr>
              <p:cNvPr id="97" name="Google Shape;97;p15"/>
              <p:cNvSpPr/>
              <p:nvPr/>
            </p:nvSpPr>
            <p:spPr>
              <a:xfrm>
                <a:off x="3880632" y="962558"/>
                <a:ext cx="480491" cy="480413"/>
              </a:xfrm>
              <a:custGeom>
                <a:rect b="b" l="l" r="r" t="t"/>
                <a:pathLst>
                  <a:path extrusionOk="0" h="18943" w="18944">
                    <a:moveTo>
                      <a:pt x="9466" y="0"/>
                    </a:moveTo>
                    <a:cubicBezTo>
                      <a:pt x="4240" y="0"/>
                      <a:pt x="1" y="4239"/>
                      <a:pt x="1" y="9466"/>
                    </a:cubicBezTo>
                    <a:cubicBezTo>
                      <a:pt x="1" y="14704"/>
                      <a:pt x="4240" y="18943"/>
                      <a:pt x="9466" y="18943"/>
                    </a:cubicBezTo>
                    <a:cubicBezTo>
                      <a:pt x="14705" y="18943"/>
                      <a:pt x="18944" y="14704"/>
                      <a:pt x="18944" y="9466"/>
                    </a:cubicBezTo>
                    <a:cubicBezTo>
                      <a:pt x="18944" y="4239"/>
                      <a:pt x="14705" y="0"/>
                      <a:pt x="946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3944676" y="1026721"/>
                <a:ext cx="352108" cy="352073"/>
              </a:xfrm>
              <a:custGeom>
                <a:rect b="b" l="l" r="r" t="t"/>
                <a:pathLst>
                  <a:path extrusionOk="0" h="13883" w="13883">
                    <a:moveTo>
                      <a:pt x="6941" y="0"/>
                    </a:moveTo>
                    <a:cubicBezTo>
                      <a:pt x="3119" y="0"/>
                      <a:pt x="0" y="3120"/>
                      <a:pt x="0" y="6942"/>
                    </a:cubicBezTo>
                    <a:cubicBezTo>
                      <a:pt x="0" y="10775"/>
                      <a:pt x="3119" y="13883"/>
                      <a:pt x="6941" y="13883"/>
                    </a:cubicBezTo>
                    <a:cubicBezTo>
                      <a:pt x="10775" y="13883"/>
                      <a:pt x="13883" y="10775"/>
                      <a:pt x="13883" y="6942"/>
                    </a:cubicBezTo>
                    <a:cubicBezTo>
                      <a:pt x="13883" y="3120"/>
                      <a:pt x="10775" y="0"/>
                      <a:pt x="69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" name="Google Shape;99;p15"/>
            <p:cNvSpPr txBox="1"/>
            <p:nvPr/>
          </p:nvSpPr>
          <p:spPr>
            <a:xfrm>
              <a:off x="5547838" y="917025"/>
              <a:ext cx="256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53">
                  <a:latin typeface="Amatic SC"/>
                  <a:ea typeface="Amatic SC"/>
                  <a:cs typeface="Amatic SC"/>
                  <a:sym typeface="Amatic SC"/>
                </a:rPr>
                <a:t>Изследователски цели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0" name="Google Shape;100;p15"/>
          <p:cNvGrpSpPr/>
          <p:nvPr/>
        </p:nvGrpSpPr>
        <p:grpSpPr>
          <a:xfrm>
            <a:off x="4745507" y="3236300"/>
            <a:ext cx="3365830" cy="571500"/>
            <a:chOff x="4745507" y="3236300"/>
            <a:chExt cx="3365830" cy="571500"/>
          </a:xfrm>
        </p:grpSpPr>
        <p:grpSp>
          <p:nvGrpSpPr>
            <p:cNvPr id="101" name="Google Shape;101;p15"/>
            <p:cNvGrpSpPr/>
            <p:nvPr/>
          </p:nvGrpSpPr>
          <p:grpSpPr>
            <a:xfrm>
              <a:off x="4745507" y="3281828"/>
              <a:ext cx="480491" cy="480439"/>
              <a:chOff x="3880632" y="3281828"/>
              <a:chExt cx="480491" cy="480439"/>
            </a:xfrm>
          </p:grpSpPr>
          <p:sp>
            <p:nvSpPr>
              <p:cNvPr id="102" name="Google Shape;102;p15"/>
              <p:cNvSpPr/>
              <p:nvPr/>
            </p:nvSpPr>
            <p:spPr>
              <a:xfrm>
                <a:off x="3880632" y="3281828"/>
                <a:ext cx="480491" cy="480439"/>
              </a:xfrm>
              <a:custGeom>
                <a:rect b="b" l="l" r="r" t="t"/>
                <a:pathLst>
                  <a:path extrusionOk="0" h="18944" w="18944">
                    <a:moveTo>
                      <a:pt x="9466" y="0"/>
                    </a:moveTo>
                    <a:cubicBezTo>
                      <a:pt x="4240" y="0"/>
                      <a:pt x="1" y="4239"/>
                      <a:pt x="1" y="9478"/>
                    </a:cubicBezTo>
                    <a:cubicBezTo>
                      <a:pt x="1" y="14704"/>
                      <a:pt x="4240" y="18943"/>
                      <a:pt x="9466" y="18943"/>
                    </a:cubicBezTo>
                    <a:cubicBezTo>
                      <a:pt x="14705" y="18943"/>
                      <a:pt x="18944" y="14704"/>
                      <a:pt x="18944" y="9478"/>
                    </a:cubicBezTo>
                    <a:cubicBezTo>
                      <a:pt x="18944" y="4239"/>
                      <a:pt x="14705" y="0"/>
                      <a:pt x="94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3944676" y="3346004"/>
                <a:ext cx="352125" cy="352087"/>
              </a:xfrm>
              <a:custGeom>
                <a:rect b="b" l="l" r="r" t="t"/>
                <a:pathLst>
                  <a:path extrusionOk="0" h="13883" w="13883">
                    <a:moveTo>
                      <a:pt x="6941" y="0"/>
                    </a:moveTo>
                    <a:cubicBezTo>
                      <a:pt x="3119" y="0"/>
                      <a:pt x="0" y="3108"/>
                      <a:pt x="0" y="6942"/>
                    </a:cubicBezTo>
                    <a:cubicBezTo>
                      <a:pt x="0" y="10764"/>
                      <a:pt x="3119" y="13883"/>
                      <a:pt x="6941" y="13883"/>
                    </a:cubicBezTo>
                    <a:cubicBezTo>
                      <a:pt x="10775" y="13883"/>
                      <a:pt x="13883" y="10764"/>
                      <a:pt x="13883" y="6942"/>
                    </a:cubicBezTo>
                    <a:cubicBezTo>
                      <a:pt x="13883" y="3108"/>
                      <a:pt x="10775" y="0"/>
                      <a:pt x="69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4" name="Google Shape;104;p15"/>
            <p:cNvSpPr txBox="1"/>
            <p:nvPr/>
          </p:nvSpPr>
          <p:spPr>
            <a:xfrm>
              <a:off x="5547838" y="3236300"/>
              <a:ext cx="256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53">
                  <a:latin typeface="Amatic SC"/>
                  <a:ea typeface="Amatic SC"/>
                  <a:cs typeface="Amatic SC"/>
                  <a:sym typeface="Amatic SC"/>
                </a:rPr>
                <a:t>Фотографиране от височина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5" name="Google Shape;105;p15"/>
          <p:cNvGrpSpPr/>
          <p:nvPr/>
        </p:nvGrpSpPr>
        <p:grpSpPr>
          <a:xfrm>
            <a:off x="4745507" y="1690104"/>
            <a:ext cx="3365830" cy="571500"/>
            <a:chOff x="4745507" y="1690104"/>
            <a:chExt cx="3365830" cy="571500"/>
          </a:xfrm>
        </p:grpSpPr>
        <p:grpSp>
          <p:nvGrpSpPr>
            <p:cNvPr id="106" name="Google Shape;106;p15"/>
            <p:cNvGrpSpPr/>
            <p:nvPr/>
          </p:nvGrpSpPr>
          <p:grpSpPr>
            <a:xfrm>
              <a:off x="4745507" y="1735631"/>
              <a:ext cx="480491" cy="480439"/>
              <a:chOff x="3880632" y="1735631"/>
              <a:chExt cx="480491" cy="480439"/>
            </a:xfrm>
          </p:grpSpPr>
          <p:sp>
            <p:nvSpPr>
              <p:cNvPr id="107" name="Google Shape;107;p15"/>
              <p:cNvSpPr/>
              <p:nvPr/>
            </p:nvSpPr>
            <p:spPr>
              <a:xfrm>
                <a:off x="3880632" y="1735631"/>
                <a:ext cx="480491" cy="480439"/>
              </a:xfrm>
              <a:custGeom>
                <a:rect b="b" l="l" r="r" t="t"/>
                <a:pathLst>
                  <a:path extrusionOk="0" h="18944" w="18944">
                    <a:moveTo>
                      <a:pt x="9466" y="1"/>
                    </a:moveTo>
                    <a:cubicBezTo>
                      <a:pt x="4240" y="1"/>
                      <a:pt x="1" y="4239"/>
                      <a:pt x="1" y="9478"/>
                    </a:cubicBezTo>
                    <a:cubicBezTo>
                      <a:pt x="1" y="14705"/>
                      <a:pt x="4240" y="18944"/>
                      <a:pt x="9466" y="18944"/>
                    </a:cubicBezTo>
                    <a:cubicBezTo>
                      <a:pt x="14705" y="18944"/>
                      <a:pt x="18944" y="14705"/>
                      <a:pt x="18944" y="9478"/>
                    </a:cubicBezTo>
                    <a:cubicBezTo>
                      <a:pt x="18944" y="4239"/>
                      <a:pt x="14705" y="1"/>
                      <a:pt x="94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3944676" y="1799794"/>
                <a:ext cx="352125" cy="352112"/>
              </a:xfrm>
              <a:custGeom>
                <a:rect b="b" l="l" r="r" t="t"/>
                <a:pathLst>
                  <a:path extrusionOk="0" h="13884" w="13883">
                    <a:moveTo>
                      <a:pt x="6941" y="1"/>
                    </a:moveTo>
                    <a:cubicBezTo>
                      <a:pt x="3119" y="1"/>
                      <a:pt x="0" y="3108"/>
                      <a:pt x="0" y="6942"/>
                    </a:cubicBezTo>
                    <a:cubicBezTo>
                      <a:pt x="0" y="10764"/>
                      <a:pt x="3119" y="13884"/>
                      <a:pt x="6941" y="13884"/>
                    </a:cubicBezTo>
                    <a:cubicBezTo>
                      <a:pt x="10775" y="13884"/>
                      <a:pt x="13883" y="10764"/>
                      <a:pt x="13883" y="6942"/>
                    </a:cubicBezTo>
                    <a:cubicBezTo>
                      <a:pt x="13883" y="3108"/>
                      <a:pt x="10775" y="1"/>
                      <a:pt x="694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9" name="Google Shape;109;p15"/>
            <p:cNvSpPr txBox="1"/>
            <p:nvPr/>
          </p:nvSpPr>
          <p:spPr>
            <a:xfrm>
              <a:off x="5547838" y="1690104"/>
              <a:ext cx="256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53">
                  <a:latin typeface="Amatic SC"/>
                  <a:ea typeface="Amatic SC"/>
                  <a:cs typeface="Amatic SC"/>
                  <a:sym typeface="Amatic SC"/>
                </a:rPr>
                <a:t>Хоби и </a:t>
              </a:r>
              <a:r>
                <a:rPr b="1" lang="en" sz="2053">
                  <a:latin typeface="Amatic SC"/>
                  <a:ea typeface="Amatic SC"/>
                  <a:cs typeface="Amatic SC"/>
                  <a:sym typeface="Amatic SC"/>
                </a:rPr>
                <a:t>любителски среди</a:t>
              </a:r>
              <a:r>
                <a:rPr lang="en" sz="1200">
                  <a:latin typeface="Amatic SC"/>
                  <a:ea typeface="Amatic SC"/>
                  <a:cs typeface="Amatic SC"/>
                  <a:sym typeface="Amatic SC"/>
                </a:rPr>
                <a:t> </a:t>
              </a:r>
              <a:endParaRPr sz="1200">
                <a:latin typeface="Amatic SC"/>
                <a:ea typeface="Amatic SC"/>
                <a:cs typeface="Amatic SC"/>
                <a:sym typeface="Amatic SC"/>
              </a:endParaRPr>
            </a:p>
          </p:txBody>
        </p:sp>
      </p:grpSp>
      <p:grpSp>
        <p:nvGrpSpPr>
          <p:cNvPr id="110" name="Google Shape;110;p15"/>
          <p:cNvGrpSpPr/>
          <p:nvPr/>
        </p:nvGrpSpPr>
        <p:grpSpPr>
          <a:xfrm>
            <a:off x="4745507" y="2463221"/>
            <a:ext cx="3365830" cy="571500"/>
            <a:chOff x="4745507" y="2463221"/>
            <a:chExt cx="3365830" cy="571500"/>
          </a:xfrm>
        </p:grpSpPr>
        <p:grpSp>
          <p:nvGrpSpPr>
            <p:cNvPr id="111" name="Google Shape;111;p15"/>
            <p:cNvGrpSpPr/>
            <p:nvPr/>
          </p:nvGrpSpPr>
          <p:grpSpPr>
            <a:xfrm>
              <a:off x="4745507" y="2508729"/>
              <a:ext cx="480467" cy="480420"/>
              <a:chOff x="3880632" y="2508729"/>
              <a:chExt cx="480467" cy="480420"/>
            </a:xfrm>
          </p:grpSpPr>
          <p:sp>
            <p:nvSpPr>
              <p:cNvPr id="112" name="Google Shape;112;p15"/>
              <p:cNvSpPr/>
              <p:nvPr/>
            </p:nvSpPr>
            <p:spPr>
              <a:xfrm>
                <a:off x="3880632" y="2508729"/>
                <a:ext cx="480467" cy="480420"/>
              </a:xfrm>
              <a:custGeom>
                <a:rect b="b" l="l" r="r" t="t"/>
                <a:pathLst>
                  <a:path extrusionOk="0" h="18944" w="18944">
                    <a:moveTo>
                      <a:pt x="9466" y="0"/>
                    </a:moveTo>
                    <a:cubicBezTo>
                      <a:pt x="4240" y="0"/>
                      <a:pt x="1" y="4239"/>
                      <a:pt x="1" y="9466"/>
                    </a:cubicBezTo>
                    <a:cubicBezTo>
                      <a:pt x="1" y="14705"/>
                      <a:pt x="4240" y="18943"/>
                      <a:pt x="9466" y="18943"/>
                    </a:cubicBezTo>
                    <a:cubicBezTo>
                      <a:pt x="14705" y="18943"/>
                      <a:pt x="18944" y="14705"/>
                      <a:pt x="18944" y="9466"/>
                    </a:cubicBezTo>
                    <a:cubicBezTo>
                      <a:pt x="18944" y="4239"/>
                      <a:pt x="14705" y="0"/>
                      <a:pt x="94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5"/>
              <p:cNvSpPr/>
              <p:nvPr/>
            </p:nvSpPr>
            <p:spPr>
              <a:xfrm>
                <a:off x="3944815" y="2572893"/>
                <a:ext cx="352108" cy="352098"/>
              </a:xfrm>
              <a:custGeom>
                <a:rect b="b" l="l" r="r" t="t"/>
                <a:pathLst>
                  <a:path extrusionOk="0" h="13884" w="13883">
                    <a:moveTo>
                      <a:pt x="6941" y="1"/>
                    </a:moveTo>
                    <a:cubicBezTo>
                      <a:pt x="3119" y="1"/>
                      <a:pt x="0" y="3120"/>
                      <a:pt x="0" y="6942"/>
                    </a:cubicBezTo>
                    <a:cubicBezTo>
                      <a:pt x="0" y="10776"/>
                      <a:pt x="3119" y="13883"/>
                      <a:pt x="6941" y="13883"/>
                    </a:cubicBezTo>
                    <a:cubicBezTo>
                      <a:pt x="10775" y="13883"/>
                      <a:pt x="13883" y="10776"/>
                      <a:pt x="13883" y="6942"/>
                    </a:cubicBezTo>
                    <a:cubicBezTo>
                      <a:pt x="13883" y="3120"/>
                      <a:pt x="10775" y="1"/>
                      <a:pt x="694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4" name="Google Shape;114;p15"/>
            <p:cNvSpPr txBox="1"/>
            <p:nvPr/>
          </p:nvSpPr>
          <p:spPr>
            <a:xfrm>
              <a:off x="5547838" y="2463221"/>
              <a:ext cx="256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53">
                  <a:latin typeface="Amatic SC"/>
                  <a:ea typeface="Amatic SC"/>
                  <a:cs typeface="Amatic SC"/>
                  <a:sym typeface="Amatic SC"/>
                </a:rPr>
                <a:t>Метеорология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5" name="Google Shape;115;p15"/>
          <p:cNvGrpSpPr/>
          <p:nvPr/>
        </p:nvGrpSpPr>
        <p:grpSpPr>
          <a:xfrm>
            <a:off x="4745519" y="4009400"/>
            <a:ext cx="3365819" cy="571500"/>
            <a:chOff x="4745519" y="4009400"/>
            <a:chExt cx="3365819" cy="571500"/>
          </a:xfrm>
        </p:grpSpPr>
        <p:grpSp>
          <p:nvGrpSpPr>
            <p:cNvPr id="116" name="Google Shape;116;p15"/>
            <p:cNvGrpSpPr/>
            <p:nvPr/>
          </p:nvGrpSpPr>
          <p:grpSpPr>
            <a:xfrm>
              <a:off x="4745519" y="4054926"/>
              <a:ext cx="480467" cy="480420"/>
              <a:chOff x="3880644" y="4054926"/>
              <a:chExt cx="480467" cy="480420"/>
            </a:xfrm>
          </p:grpSpPr>
          <p:sp>
            <p:nvSpPr>
              <p:cNvPr id="117" name="Google Shape;117;p15"/>
              <p:cNvSpPr/>
              <p:nvPr/>
            </p:nvSpPr>
            <p:spPr>
              <a:xfrm>
                <a:off x="3880644" y="4054926"/>
                <a:ext cx="480467" cy="480420"/>
              </a:xfrm>
              <a:custGeom>
                <a:rect b="b" l="l" r="r" t="t"/>
                <a:pathLst>
                  <a:path extrusionOk="0" h="18944" w="18944">
                    <a:moveTo>
                      <a:pt x="9466" y="0"/>
                    </a:moveTo>
                    <a:cubicBezTo>
                      <a:pt x="4240" y="0"/>
                      <a:pt x="1" y="4239"/>
                      <a:pt x="1" y="9478"/>
                    </a:cubicBezTo>
                    <a:cubicBezTo>
                      <a:pt x="1" y="14705"/>
                      <a:pt x="4240" y="18943"/>
                      <a:pt x="9466" y="18943"/>
                    </a:cubicBezTo>
                    <a:cubicBezTo>
                      <a:pt x="14705" y="18943"/>
                      <a:pt x="18944" y="14705"/>
                      <a:pt x="18944" y="9478"/>
                    </a:cubicBezTo>
                    <a:cubicBezTo>
                      <a:pt x="18944" y="4239"/>
                      <a:pt x="14705" y="0"/>
                      <a:pt x="946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3944687" y="4119090"/>
                <a:ext cx="352125" cy="352112"/>
              </a:xfrm>
              <a:custGeom>
                <a:rect b="b" l="l" r="r" t="t"/>
                <a:pathLst>
                  <a:path extrusionOk="0" h="13884" w="13883">
                    <a:moveTo>
                      <a:pt x="6941" y="0"/>
                    </a:moveTo>
                    <a:cubicBezTo>
                      <a:pt x="3119" y="0"/>
                      <a:pt x="0" y="3108"/>
                      <a:pt x="0" y="6942"/>
                    </a:cubicBezTo>
                    <a:cubicBezTo>
                      <a:pt x="0" y="10764"/>
                      <a:pt x="3119" y="13883"/>
                      <a:pt x="6941" y="13883"/>
                    </a:cubicBezTo>
                    <a:cubicBezTo>
                      <a:pt x="10775" y="13883"/>
                      <a:pt x="13883" y="10764"/>
                      <a:pt x="13883" y="6942"/>
                    </a:cubicBezTo>
                    <a:cubicBezTo>
                      <a:pt x="13883" y="3108"/>
                      <a:pt x="10775" y="0"/>
                      <a:pt x="69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9" name="Google Shape;119;p15"/>
            <p:cNvSpPr txBox="1"/>
            <p:nvPr/>
          </p:nvSpPr>
          <p:spPr>
            <a:xfrm>
              <a:off x="5547838" y="4009400"/>
              <a:ext cx="256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53">
                  <a:latin typeface="Amatic SC"/>
                  <a:ea typeface="Amatic SC"/>
                  <a:cs typeface="Amatic SC"/>
                  <a:sym typeface="Amatic SC"/>
                </a:rPr>
                <a:t>Образователни цели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0" name="Google Shape;120;p15"/>
          <p:cNvSpPr txBox="1"/>
          <p:nvPr>
            <p:ph type="title"/>
          </p:nvPr>
        </p:nvSpPr>
        <p:spPr>
          <a:xfrm>
            <a:off x="692800" y="537175"/>
            <a:ext cx="7708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Приложения</a:t>
            </a:r>
            <a:endParaRPr/>
          </a:p>
        </p:txBody>
      </p:sp>
      <p:grpSp>
        <p:nvGrpSpPr>
          <p:cNvPr id="121" name="Google Shape;121;p15"/>
          <p:cNvGrpSpPr/>
          <p:nvPr/>
        </p:nvGrpSpPr>
        <p:grpSpPr>
          <a:xfrm>
            <a:off x="4858481" y="4172999"/>
            <a:ext cx="251114" cy="244759"/>
            <a:chOff x="3993606" y="4172999"/>
            <a:chExt cx="251114" cy="244759"/>
          </a:xfrm>
        </p:grpSpPr>
        <p:sp>
          <p:nvSpPr>
            <p:cNvPr id="122" name="Google Shape;122;p15"/>
            <p:cNvSpPr/>
            <p:nvPr/>
          </p:nvSpPr>
          <p:spPr>
            <a:xfrm>
              <a:off x="3993606" y="4174268"/>
              <a:ext cx="251114" cy="243489"/>
            </a:xfrm>
            <a:custGeom>
              <a:rect b="b" l="l" r="r" t="t"/>
              <a:pathLst>
                <a:path extrusionOk="0" h="11702" w="12067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3994272" y="4300278"/>
              <a:ext cx="119990" cy="117021"/>
            </a:xfrm>
            <a:custGeom>
              <a:rect b="b" l="l" r="r" t="t"/>
              <a:pathLst>
                <a:path extrusionOk="0" h="5624" w="5766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4134573" y="4172999"/>
              <a:ext cx="107525" cy="106306"/>
            </a:xfrm>
            <a:custGeom>
              <a:rect b="b" l="l" r="r" t="t"/>
              <a:pathLst>
                <a:path extrusionOk="0" h="5109" w="5167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" name="Google Shape;125;p15"/>
          <p:cNvGrpSpPr/>
          <p:nvPr/>
        </p:nvGrpSpPr>
        <p:grpSpPr>
          <a:xfrm>
            <a:off x="4868528" y="1081476"/>
            <a:ext cx="230804" cy="242907"/>
            <a:chOff x="4003653" y="1081476"/>
            <a:chExt cx="230804" cy="242907"/>
          </a:xfrm>
        </p:grpSpPr>
        <p:sp>
          <p:nvSpPr>
            <p:cNvPr id="126" name="Google Shape;126;p15"/>
            <p:cNvSpPr/>
            <p:nvPr/>
          </p:nvSpPr>
          <p:spPr>
            <a:xfrm>
              <a:off x="4175419" y="1259464"/>
              <a:ext cx="27552" cy="28215"/>
            </a:xfrm>
            <a:custGeom>
              <a:rect b="b" l="l" r="r" t="t"/>
              <a:pathLst>
                <a:path extrusionOk="0" h="1356" w="1324">
                  <a:moveTo>
                    <a:pt x="662" y="0"/>
                  </a:moveTo>
                  <a:cubicBezTo>
                    <a:pt x="284" y="0"/>
                    <a:pt x="1" y="315"/>
                    <a:pt x="1" y="693"/>
                  </a:cubicBezTo>
                  <a:cubicBezTo>
                    <a:pt x="1" y="1040"/>
                    <a:pt x="284" y="1355"/>
                    <a:pt x="662" y="1355"/>
                  </a:cubicBezTo>
                  <a:cubicBezTo>
                    <a:pt x="1040" y="1355"/>
                    <a:pt x="1324" y="1040"/>
                    <a:pt x="1324" y="693"/>
                  </a:cubicBezTo>
                  <a:cubicBezTo>
                    <a:pt x="1324" y="315"/>
                    <a:pt x="1040" y="0"/>
                    <a:pt x="6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4103312" y="1081809"/>
              <a:ext cx="14442" cy="85893"/>
            </a:xfrm>
            <a:custGeom>
              <a:rect b="b" l="l" r="r" t="t"/>
              <a:pathLst>
                <a:path extrusionOk="0" h="4128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4128"/>
                  </a:lnTo>
                  <a:cubicBezTo>
                    <a:pt x="95" y="4096"/>
                    <a:pt x="221" y="4096"/>
                    <a:pt x="347" y="4096"/>
                  </a:cubicBezTo>
                  <a:cubicBezTo>
                    <a:pt x="473" y="4096"/>
                    <a:pt x="567" y="4096"/>
                    <a:pt x="693" y="4128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4088891" y="1181997"/>
              <a:ext cx="42619" cy="42739"/>
            </a:xfrm>
            <a:custGeom>
              <a:rect b="b" l="l" r="r" t="t"/>
              <a:pathLst>
                <a:path extrusionOk="0" h="2054" w="2048">
                  <a:moveTo>
                    <a:pt x="938" y="0"/>
                  </a:moveTo>
                  <a:cubicBezTo>
                    <a:pt x="417" y="0"/>
                    <a:pt x="0" y="451"/>
                    <a:pt x="0" y="1014"/>
                  </a:cubicBezTo>
                  <a:cubicBezTo>
                    <a:pt x="0" y="1549"/>
                    <a:pt x="473" y="2054"/>
                    <a:pt x="1040" y="2054"/>
                  </a:cubicBezTo>
                  <a:cubicBezTo>
                    <a:pt x="1575" y="2054"/>
                    <a:pt x="2048" y="1581"/>
                    <a:pt x="2048" y="1014"/>
                  </a:cubicBezTo>
                  <a:cubicBezTo>
                    <a:pt x="2048" y="447"/>
                    <a:pt x="1575" y="6"/>
                    <a:pt x="1040" y="6"/>
                  </a:cubicBezTo>
                  <a:cubicBezTo>
                    <a:pt x="1006" y="2"/>
                    <a:pt x="972" y="0"/>
                    <a:pt x="9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4047583" y="1229314"/>
              <a:ext cx="133101" cy="95069"/>
            </a:xfrm>
            <a:custGeom>
              <a:rect b="b" l="l" r="r" t="t"/>
              <a:pathLst>
                <a:path extrusionOk="0" h="4569" w="6396">
                  <a:moveTo>
                    <a:pt x="1954" y="0"/>
                  </a:moveTo>
                  <a:lnTo>
                    <a:pt x="0" y="2520"/>
                  </a:lnTo>
                  <a:lnTo>
                    <a:pt x="0" y="4222"/>
                  </a:lnTo>
                  <a:cubicBezTo>
                    <a:pt x="0" y="4411"/>
                    <a:pt x="158" y="4568"/>
                    <a:pt x="347" y="4568"/>
                  </a:cubicBezTo>
                  <a:lnTo>
                    <a:pt x="3781" y="4568"/>
                  </a:lnTo>
                  <a:cubicBezTo>
                    <a:pt x="3970" y="4568"/>
                    <a:pt x="4127" y="4411"/>
                    <a:pt x="4127" y="4222"/>
                  </a:cubicBezTo>
                  <a:lnTo>
                    <a:pt x="4127" y="3875"/>
                  </a:lnTo>
                  <a:lnTo>
                    <a:pt x="5136" y="3875"/>
                  </a:lnTo>
                  <a:cubicBezTo>
                    <a:pt x="5577" y="3844"/>
                    <a:pt x="6018" y="3718"/>
                    <a:pt x="6396" y="3434"/>
                  </a:cubicBezTo>
                  <a:cubicBezTo>
                    <a:pt x="5986" y="3277"/>
                    <a:pt x="5608" y="2930"/>
                    <a:pt x="5514" y="2489"/>
                  </a:cubicBezTo>
                  <a:lnTo>
                    <a:pt x="4442" y="2489"/>
                  </a:lnTo>
                  <a:cubicBezTo>
                    <a:pt x="3497" y="2489"/>
                    <a:pt x="2741" y="1733"/>
                    <a:pt x="2741" y="788"/>
                  </a:cubicBezTo>
                  <a:lnTo>
                    <a:pt x="2741" y="410"/>
                  </a:lnTo>
                  <a:cubicBezTo>
                    <a:pt x="2426" y="315"/>
                    <a:pt x="2206" y="189"/>
                    <a:pt x="1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4117067" y="1152617"/>
              <a:ext cx="106235" cy="115378"/>
            </a:xfrm>
            <a:custGeom>
              <a:rect b="b" l="l" r="r" t="t"/>
              <a:pathLst>
                <a:path extrusionOk="0" h="5545" w="5105">
                  <a:moveTo>
                    <a:pt x="4128" y="0"/>
                  </a:moveTo>
                  <a:lnTo>
                    <a:pt x="694" y="662"/>
                  </a:lnTo>
                  <a:lnTo>
                    <a:pt x="694" y="1040"/>
                  </a:lnTo>
                  <a:cubicBezTo>
                    <a:pt x="1103" y="1355"/>
                    <a:pt x="1387" y="1827"/>
                    <a:pt x="1387" y="2426"/>
                  </a:cubicBezTo>
                  <a:cubicBezTo>
                    <a:pt x="1387" y="3245"/>
                    <a:pt x="788" y="3938"/>
                    <a:pt x="1" y="4127"/>
                  </a:cubicBezTo>
                  <a:lnTo>
                    <a:pt x="1" y="4505"/>
                  </a:lnTo>
                  <a:cubicBezTo>
                    <a:pt x="1" y="5072"/>
                    <a:pt x="473" y="5545"/>
                    <a:pt x="1009" y="5545"/>
                  </a:cubicBezTo>
                  <a:lnTo>
                    <a:pt x="2080" y="5545"/>
                  </a:lnTo>
                  <a:cubicBezTo>
                    <a:pt x="2238" y="4946"/>
                    <a:pt x="2742" y="4505"/>
                    <a:pt x="3372" y="4505"/>
                  </a:cubicBezTo>
                  <a:cubicBezTo>
                    <a:pt x="3624" y="4505"/>
                    <a:pt x="3844" y="4600"/>
                    <a:pt x="4065" y="4726"/>
                  </a:cubicBezTo>
                  <a:lnTo>
                    <a:pt x="4065" y="4127"/>
                  </a:lnTo>
                  <a:lnTo>
                    <a:pt x="4128" y="4127"/>
                  </a:lnTo>
                  <a:cubicBezTo>
                    <a:pt x="4443" y="4064"/>
                    <a:pt x="4758" y="3938"/>
                    <a:pt x="4916" y="3655"/>
                  </a:cubicBezTo>
                  <a:cubicBezTo>
                    <a:pt x="5105" y="3340"/>
                    <a:pt x="5105" y="2993"/>
                    <a:pt x="4947" y="2678"/>
                  </a:cubicBezTo>
                  <a:lnTo>
                    <a:pt x="4128" y="1008"/>
                  </a:lnTo>
                  <a:lnTo>
                    <a:pt x="41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4132800" y="1081476"/>
              <a:ext cx="101657" cy="69851"/>
            </a:xfrm>
            <a:custGeom>
              <a:rect b="b" l="l" r="r" t="t"/>
              <a:pathLst>
                <a:path extrusionOk="0" h="3357" w="4885">
                  <a:moveTo>
                    <a:pt x="3376" y="1"/>
                  </a:moveTo>
                  <a:cubicBezTo>
                    <a:pt x="3025" y="1"/>
                    <a:pt x="2679" y="143"/>
                    <a:pt x="2427" y="426"/>
                  </a:cubicBezTo>
                  <a:lnTo>
                    <a:pt x="2143" y="678"/>
                  </a:lnTo>
                  <a:lnTo>
                    <a:pt x="1" y="678"/>
                  </a:lnTo>
                  <a:lnTo>
                    <a:pt x="1" y="3356"/>
                  </a:lnTo>
                  <a:lnTo>
                    <a:pt x="4191" y="2537"/>
                  </a:lnTo>
                  <a:lnTo>
                    <a:pt x="4349" y="2379"/>
                  </a:lnTo>
                  <a:cubicBezTo>
                    <a:pt x="4884" y="1844"/>
                    <a:pt x="4884" y="962"/>
                    <a:pt x="4349" y="426"/>
                  </a:cubicBezTo>
                  <a:cubicBezTo>
                    <a:pt x="4081" y="143"/>
                    <a:pt x="3726" y="1"/>
                    <a:pt x="3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4003653" y="1096895"/>
              <a:ext cx="85238" cy="165212"/>
            </a:xfrm>
            <a:custGeom>
              <a:rect b="b" l="l" r="r" t="t"/>
              <a:pathLst>
                <a:path extrusionOk="0" h="7940" w="4096">
                  <a:moveTo>
                    <a:pt x="4096" y="0"/>
                  </a:moveTo>
                  <a:cubicBezTo>
                    <a:pt x="1828" y="95"/>
                    <a:pt x="0" y="1985"/>
                    <a:pt x="0" y="4316"/>
                  </a:cubicBezTo>
                  <a:cubicBezTo>
                    <a:pt x="0" y="5766"/>
                    <a:pt x="757" y="7120"/>
                    <a:pt x="1954" y="7939"/>
                  </a:cubicBezTo>
                  <a:lnTo>
                    <a:pt x="3592" y="5829"/>
                  </a:lnTo>
                  <a:cubicBezTo>
                    <a:pt x="3466" y="5576"/>
                    <a:pt x="3434" y="5356"/>
                    <a:pt x="3434" y="5104"/>
                  </a:cubicBezTo>
                  <a:cubicBezTo>
                    <a:pt x="3434" y="4568"/>
                    <a:pt x="3718" y="4033"/>
                    <a:pt x="4096" y="3718"/>
                  </a:cubicBezTo>
                  <a:lnTo>
                    <a:pt x="40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" name="Google Shape;133;p15"/>
          <p:cNvGrpSpPr/>
          <p:nvPr/>
        </p:nvGrpSpPr>
        <p:grpSpPr>
          <a:xfrm>
            <a:off x="4863140" y="2616525"/>
            <a:ext cx="245225" cy="244530"/>
            <a:chOff x="3996562" y="2616525"/>
            <a:chExt cx="245225" cy="244530"/>
          </a:xfrm>
        </p:grpSpPr>
        <p:sp>
          <p:nvSpPr>
            <p:cNvPr id="134" name="Google Shape;134;p15"/>
            <p:cNvSpPr/>
            <p:nvPr/>
          </p:nvSpPr>
          <p:spPr>
            <a:xfrm>
              <a:off x="3996562" y="2616525"/>
              <a:ext cx="245225" cy="244530"/>
            </a:xfrm>
            <a:custGeom>
              <a:rect b="b" l="l" r="r" t="t"/>
              <a:pathLst>
                <a:path extrusionOk="0" h="11752" w="11784">
                  <a:moveTo>
                    <a:pt x="5199" y="1"/>
                  </a:moveTo>
                  <a:cubicBezTo>
                    <a:pt x="5042" y="1"/>
                    <a:pt x="4916" y="127"/>
                    <a:pt x="4884" y="284"/>
                  </a:cubicBezTo>
                  <a:lnTo>
                    <a:pt x="4727" y="883"/>
                  </a:lnTo>
                  <a:cubicBezTo>
                    <a:pt x="4191" y="977"/>
                    <a:pt x="3655" y="1229"/>
                    <a:pt x="3151" y="1513"/>
                  </a:cubicBezTo>
                  <a:lnTo>
                    <a:pt x="2647" y="1229"/>
                  </a:lnTo>
                  <a:cubicBezTo>
                    <a:pt x="2599" y="1205"/>
                    <a:pt x="2542" y="1195"/>
                    <a:pt x="2482" y="1195"/>
                  </a:cubicBezTo>
                  <a:cubicBezTo>
                    <a:pt x="2386" y="1195"/>
                    <a:pt x="2284" y="1222"/>
                    <a:pt x="2206" y="1261"/>
                  </a:cubicBezTo>
                  <a:lnTo>
                    <a:pt x="1261" y="2206"/>
                  </a:lnTo>
                  <a:cubicBezTo>
                    <a:pt x="1135" y="2332"/>
                    <a:pt x="1135" y="2490"/>
                    <a:pt x="1230" y="2647"/>
                  </a:cubicBezTo>
                  <a:lnTo>
                    <a:pt x="1513" y="3151"/>
                  </a:lnTo>
                  <a:cubicBezTo>
                    <a:pt x="1198" y="3624"/>
                    <a:pt x="978" y="4191"/>
                    <a:pt x="883" y="4726"/>
                  </a:cubicBezTo>
                  <a:lnTo>
                    <a:pt x="284" y="4884"/>
                  </a:lnTo>
                  <a:cubicBezTo>
                    <a:pt x="127" y="4947"/>
                    <a:pt x="1" y="5041"/>
                    <a:pt x="1" y="5199"/>
                  </a:cubicBezTo>
                  <a:lnTo>
                    <a:pt x="1" y="6585"/>
                  </a:lnTo>
                  <a:cubicBezTo>
                    <a:pt x="1" y="6743"/>
                    <a:pt x="127" y="6869"/>
                    <a:pt x="284" y="6900"/>
                  </a:cubicBezTo>
                  <a:lnTo>
                    <a:pt x="883" y="7058"/>
                  </a:lnTo>
                  <a:cubicBezTo>
                    <a:pt x="946" y="7404"/>
                    <a:pt x="1072" y="7782"/>
                    <a:pt x="1230" y="8129"/>
                  </a:cubicBezTo>
                  <a:cubicBezTo>
                    <a:pt x="1504" y="7854"/>
                    <a:pt x="2843" y="6486"/>
                    <a:pt x="2841" y="6486"/>
                  </a:cubicBezTo>
                  <a:lnTo>
                    <a:pt x="2841" y="6486"/>
                  </a:lnTo>
                  <a:cubicBezTo>
                    <a:pt x="2841" y="6486"/>
                    <a:pt x="2839" y="6488"/>
                    <a:pt x="2836" y="6491"/>
                  </a:cubicBezTo>
                  <a:cubicBezTo>
                    <a:pt x="2836" y="6459"/>
                    <a:pt x="2805" y="6050"/>
                    <a:pt x="2805" y="5955"/>
                  </a:cubicBezTo>
                  <a:cubicBezTo>
                    <a:pt x="2773" y="4222"/>
                    <a:pt x="4191" y="2836"/>
                    <a:pt x="5861" y="2836"/>
                  </a:cubicBezTo>
                  <a:cubicBezTo>
                    <a:pt x="7562" y="2836"/>
                    <a:pt x="8948" y="4222"/>
                    <a:pt x="8948" y="5924"/>
                  </a:cubicBezTo>
                  <a:cubicBezTo>
                    <a:pt x="8948" y="7499"/>
                    <a:pt x="7751" y="8822"/>
                    <a:pt x="6113" y="8948"/>
                  </a:cubicBezTo>
                  <a:cubicBezTo>
                    <a:pt x="6066" y="8948"/>
                    <a:pt x="5963" y="8956"/>
                    <a:pt x="5821" y="8956"/>
                  </a:cubicBezTo>
                  <a:cubicBezTo>
                    <a:pt x="5680" y="8956"/>
                    <a:pt x="5499" y="8948"/>
                    <a:pt x="5294" y="8917"/>
                  </a:cubicBezTo>
                  <a:lnTo>
                    <a:pt x="3655" y="10523"/>
                  </a:lnTo>
                  <a:cubicBezTo>
                    <a:pt x="4034" y="10681"/>
                    <a:pt x="4349" y="10807"/>
                    <a:pt x="4727" y="10870"/>
                  </a:cubicBezTo>
                  <a:lnTo>
                    <a:pt x="4884" y="11468"/>
                  </a:lnTo>
                  <a:cubicBezTo>
                    <a:pt x="4916" y="11626"/>
                    <a:pt x="5042" y="11752"/>
                    <a:pt x="5199" y="11752"/>
                  </a:cubicBezTo>
                  <a:lnTo>
                    <a:pt x="6585" y="11752"/>
                  </a:lnTo>
                  <a:cubicBezTo>
                    <a:pt x="6743" y="11752"/>
                    <a:pt x="6869" y="11626"/>
                    <a:pt x="6901" y="11468"/>
                  </a:cubicBezTo>
                  <a:lnTo>
                    <a:pt x="7058" y="10870"/>
                  </a:lnTo>
                  <a:cubicBezTo>
                    <a:pt x="7594" y="10775"/>
                    <a:pt x="8129" y="10523"/>
                    <a:pt x="8633" y="10240"/>
                  </a:cubicBezTo>
                  <a:lnTo>
                    <a:pt x="9137" y="10523"/>
                  </a:lnTo>
                  <a:cubicBezTo>
                    <a:pt x="9185" y="10547"/>
                    <a:pt x="9243" y="10558"/>
                    <a:pt x="9302" y="10558"/>
                  </a:cubicBezTo>
                  <a:cubicBezTo>
                    <a:pt x="9399" y="10558"/>
                    <a:pt x="9501" y="10531"/>
                    <a:pt x="9578" y="10492"/>
                  </a:cubicBezTo>
                  <a:lnTo>
                    <a:pt x="10524" y="9547"/>
                  </a:lnTo>
                  <a:cubicBezTo>
                    <a:pt x="10650" y="9421"/>
                    <a:pt x="10650" y="9263"/>
                    <a:pt x="10555" y="9106"/>
                  </a:cubicBezTo>
                  <a:lnTo>
                    <a:pt x="10303" y="8601"/>
                  </a:lnTo>
                  <a:cubicBezTo>
                    <a:pt x="10618" y="8129"/>
                    <a:pt x="10807" y="7562"/>
                    <a:pt x="10933" y="7026"/>
                  </a:cubicBezTo>
                  <a:lnTo>
                    <a:pt x="11500" y="6869"/>
                  </a:lnTo>
                  <a:cubicBezTo>
                    <a:pt x="11658" y="6806"/>
                    <a:pt x="11784" y="6711"/>
                    <a:pt x="11784" y="6554"/>
                  </a:cubicBezTo>
                  <a:lnTo>
                    <a:pt x="11784" y="5167"/>
                  </a:lnTo>
                  <a:cubicBezTo>
                    <a:pt x="11752" y="5041"/>
                    <a:pt x="11658" y="4915"/>
                    <a:pt x="11500" y="4884"/>
                  </a:cubicBezTo>
                  <a:lnTo>
                    <a:pt x="10902" y="4726"/>
                  </a:lnTo>
                  <a:cubicBezTo>
                    <a:pt x="10807" y="4191"/>
                    <a:pt x="10555" y="3687"/>
                    <a:pt x="10272" y="3151"/>
                  </a:cubicBezTo>
                  <a:lnTo>
                    <a:pt x="10555" y="2647"/>
                  </a:lnTo>
                  <a:cubicBezTo>
                    <a:pt x="10650" y="2521"/>
                    <a:pt x="10587" y="2332"/>
                    <a:pt x="10524" y="2206"/>
                  </a:cubicBezTo>
                  <a:lnTo>
                    <a:pt x="9578" y="1261"/>
                  </a:lnTo>
                  <a:cubicBezTo>
                    <a:pt x="9509" y="1209"/>
                    <a:pt x="9430" y="1185"/>
                    <a:pt x="9347" y="1185"/>
                  </a:cubicBezTo>
                  <a:cubicBezTo>
                    <a:pt x="9279" y="1185"/>
                    <a:pt x="9208" y="1201"/>
                    <a:pt x="9137" y="1229"/>
                  </a:cubicBezTo>
                  <a:lnTo>
                    <a:pt x="8633" y="1513"/>
                  </a:lnTo>
                  <a:cubicBezTo>
                    <a:pt x="8161" y="1198"/>
                    <a:pt x="7594" y="977"/>
                    <a:pt x="7058" y="883"/>
                  </a:cubicBezTo>
                  <a:lnTo>
                    <a:pt x="6901" y="284"/>
                  </a:lnTo>
                  <a:cubicBezTo>
                    <a:pt x="6869" y="127"/>
                    <a:pt x="6743" y="1"/>
                    <a:pt x="65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3996562" y="2689768"/>
              <a:ext cx="179008" cy="170642"/>
            </a:xfrm>
            <a:custGeom>
              <a:rect b="b" l="l" r="r" t="t"/>
              <a:pathLst>
                <a:path extrusionOk="0" h="8201" w="8602">
                  <a:moveTo>
                    <a:pt x="5939" y="0"/>
                  </a:moveTo>
                  <a:cubicBezTo>
                    <a:pt x="4729" y="0"/>
                    <a:pt x="3750" y="854"/>
                    <a:pt x="3561" y="1963"/>
                  </a:cubicBezTo>
                  <a:cubicBezTo>
                    <a:pt x="3466" y="2404"/>
                    <a:pt x="3498" y="2813"/>
                    <a:pt x="3624" y="3223"/>
                  </a:cubicBezTo>
                  <a:lnTo>
                    <a:pt x="410" y="6468"/>
                  </a:lnTo>
                  <a:cubicBezTo>
                    <a:pt x="1" y="6846"/>
                    <a:pt x="1" y="7507"/>
                    <a:pt x="410" y="7917"/>
                  </a:cubicBezTo>
                  <a:cubicBezTo>
                    <a:pt x="600" y="8106"/>
                    <a:pt x="852" y="8200"/>
                    <a:pt x="1111" y="8200"/>
                  </a:cubicBezTo>
                  <a:cubicBezTo>
                    <a:pt x="1371" y="8200"/>
                    <a:pt x="1639" y="8106"/>
                    <a:pt x="1860" y="7917"/>
                  </a:cubicBezTo>
                  <a:lnTo>
                    <a:pt x="5136" y="4640"/>
                  </a:lnTo>
                  <a:cubicBezTo>
                    <a:pt x="5388" y="4735"/>
                    <a:pt x="5664" y="4782"/>
                    <a:pt x="5947" y="4782"/>
                  </a:cubicBezTo>
                  <a:cubicBezTo>
                    <a:pt x="6231" y="4782"/>
                    <a:pt x="6522" y="4735"/>
                    <a:pt x="6806" y="4640"/>
                  </a:cubicBezTo>
                  <a:cubicBezTo>
                    <a:pt x="7846" y="4294"/>
                    <a:pt x="8602" y="3065"/>
                    <a:pt x="8224" y="1773"/>
                  </a:cubicBezTo>
                  <a:cubicBezTo>
                    <a:pt x="8192" y="1647"/>
                    <a:pt x="8129" y="1553"/>
                    <a:pt x="8003" y="1521"/>
                  </a:cubicBezTo>
                  <a:cubicBezTo>
                    <a:pt x="7972" y="1514"/>
                    <a:pt x="7942" y="1510"/>
                    <a:pt x="7914" y="1510"/>
                  </a:cubicBezTo>
                  <a:cubicBezTo>
                    <a:pt x="7830" y="1510"/>
                    <a:pt x="7759" y="1545"/>
                    <a:pt x="7688" y="1616"/>
                  </a:cubicBezTo>
                  <a:lnTo>
                    <a:pt x="6901" y="2404"/>
                  </a:lnTo>
                  <a:cubicBezTo>
                    <a:pt x="6759" y="2530"/>
                    <a:pt x="6578" y="2593"/>
                    <a:pt x="6400" y="2593"/>
                  </a:cubicBezTo>
                  <a:cubicBezTo>
                    <a:pt x="6223" y="2593"/>
                    <a:pt x="6050" y="2530"/>
                    <a:pt x="5924" y="2404"/>
                  </a:cubicBezTo>
                  <a:cubicBezTo>
                    <a:pt x="5640" y="2120"/>
                    <a:pt x="5640" y="1679"/>
                    <a:pt x="5924" y="1395"/>
                  </a:cubicBezTo>
                  <a:lnTo>
                    <a:pt x="6711" y="608"/>
                  </a:lnTo>
                  <a:cubicBezTo>
                    <a:pt x="6774" y="545"/>
                    <a:pt x="6806" y="419"/>
                    <a:pt x="6774" y="293"/>
                  </a:cubicBezTo>
                  <a:cubicBezTo>
                    <a:pt x="6743" y="198"/>
                    <a:pt x="6648" y="104"/>
                    <a:pt x="6554" y="72"/>
                  </a:cubicBezTo>
                  <a:cubicBezTo>
                    <a:pt x="6344" y="23"/>
                    <a:pt x="6139" y="0"/>
                    <a:pt x="59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" name="Google Shape;136;p15"/>
          <p:cNvGrpSpPr/>
          <p:nvPr/>
        </p:nvGrpSpPr>
        <p:grpSpPr>
          <a:xfrm>
            <a:off x="4862768" y="3408551"/>
            <a:ext cx="242603" cy="242553"/>
            <a:chOff x="3997893" y="3408551"/>
            <a:chExt cx="242603" cy="242553"/>
          </a:xfrm>
        </p:grpSpPr>
        <p:sp>
          <p:nvSpPr>
            <p:cNvPr id="137" name="Google Shape;137;p15"/>
            <p:cNvSpPr/>
            <p:nvPr/>
          </p:nvSpPr>
          <p:spPr>
            <a:xfrm>
              <a:off x="3997893" y="3408551"/>
              <a:ext cx="242603" cy="242553"/>
            </a:xfrm>
            <a:custGeom>
              <a:rect b="b" l="l" r="r" t="t"/>
              <a:pathLst>
                <a:path extrusionOk="0" h="11657" w="11658">
                  <a:moveTo>
                    <a:pt x="5829" y="0"/>
                  </a:moveTo>
                  <a:cubicBezTo>
                    <a:pt x="3372" y="0"/>
                    <a:pt x="1261" y="1796"/>
                    <a:pt x="788" y="4159"/>
                  </a:cubicBezTo>
                  <a:cubicBezTo>
                    <a:pt x="347" y="4285"/>
                    <a:pt x="1" y="4694"/>
                    <a:pt x="1" y="5167"/>
                  </a:cubicBezTo>
                  <a:lnTo>
                    <a:pt x="1" y="7876"/>
                  </a:lnTo>
                  <a:cubicBezTo>
                    <a:pt x="1" y="8412"/>
                    <a:pt x="473" y="8885"/>
                    <a:pt x="1009" y="8885"/>
                  </a:cubicBezTo>
                  <a:lnTo>
                    <a:pt x="1702" y="8885"/>
                  </a:lnTo>
                  <a:cubicBezTo>
                    <a:pt x="1891" y="8885"/>
                    <a:pt x="2049" y="8727"/>
                    <a:pt x="2049" y="8538"/>
                  </a:cubicBezTo>
                  <a:lnTo>
                    <a:pt x="2049" y="4442"/>
                  </a:lnTo>
                  <a:cubicBezTo>
                    <a:pt x="2049" y="4253"/>
                    <a:pt x="1891" y="4096"/>
                    <a:pt x="1702" y="4096"/>
                  </a:cubicBezTo>
                  <a:lnTo>
                    <a:pt x="1481" y="4096"/>
                  </a:lnTo>
                  <a:cubicBezTo>
                    <a:pt x="1954" y="2111"/>
                    <a:pt x="3781" y="630"/>
                    <a:pt x="5829" y="630"/>
                  </a:cubicBezTo>
                  <a:cubicBezTo>
                    <a:pt x="7877" y="630"/>
                    <a:pt x="9673" y="2111"/>
                    <a:pt x="10145" y="4096"/>
                  </a:cubicBezTo>
                  <a:lnTo>
                    <a:pt x="9956" y="4096"/>
                  </a:lnTo>
                  <a:cubicBezTo>
                    <a:pt x="9767" y="4096"/>
                    <a:pt x="9610" y="4253"/>
                    <a:pt x="9610" y="4442"/>
                  </a:cubicBezTo>
                  <a:lnTo>
                    <a:pt x="9610" y="8538"/>
                  </a:lnTo>
                  <a:cubicBezTo>
                    <a:pt x="9610" y="8727"/>
                    <a:pt x="9767" y="8885"/>
                    <a:pt x="9956" y="8885"/>
                  </a:cubicBezTo>
                  <a:lnTo>
                    <a:pt x="10271" y="8885"/>
                  </a:lnTo>
                  <a:cubicBezTo>
                    <a:pt x="10114" y="9672"/>
                    <a:pt x="9421" y="10271"/>
                    <a:pt x="8570" y="10271"/>
                  </a:cubicBezTo>
                  <a:lnTo>
                    <a:pt x="6774" y="10271"/>
                  </a:lnTo>
                  <a:cubicBezTo>
                    <a:pt x="6617" y="9893"/>
                    <a:pt x="6270" y="9609"/>
                    <a:pt x="5829" y="9609"/>
                  </a:cubicBezTo>
                  <a:cubicBezTo>
                    <a:pt x="5262" y="9609"/>
                    <a:pt x="4789" y="10082"/>
                    <a:pt x="4789" y="10617"/>
                  </a:cubicBezTo>
                  <a:cubicBezTo>
                    <a:pt x="4789" y="11184"/>
                    <a:pt x="5262" y="11657"/>
                    <a:pt x="5829" y="11657"/>
                  </a:cubicBezTo>
                  <a:cubicBezTo>
                    <a:pt x="6270" y="11657"/>
                    <a:pt x="6648" y="11373"/>
                    <a:pt x="6774" y="10995"/>
                  </a:cubicBezTo>
                  <a:lnTo>
                    <a:pt x="8570" y="10995"/>
                  </a:lnTo>
                  <a:cubicBezTo>
                    <a:pt x="9799" y="10995"/>
                    <a:pt x="10775" y="10082"/>
                    <a:pt x="10933" y="8885"/>
                  </a:cubicBezTo>
                  <a:cubicBezTo>
                    <a:pt x="11342" y="8790"/>
                    <a:pt x="11658" y="8380"/>
                    <a:pt x="11658" y="7908"/>
                  </a:cubicBezTo>
                  <a:lnTo>
                    <a:pt x="11658" y="5198"/>
                  </a:lnTo>
                  <a:cubicBezTo>
                    <a:pt x="11658" y="4694"/>
                    <a:pt x="11311" y="4253"/>
                    <a:pt x="10870" y="4159"/>
                  </a:cubicBezTo>
                  <a:cubicBezTo>
                    <a:pt x="10397" y="1796"/>
                    <a:pt x="8255" y="0"/>
                    <a:pt x="58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4054288" y="3465585"/>
              <a:ext cx="130479" cy="128382"/>
            </a:xfrm>
            <a:custGeom>
              <a:rect b="b" l="l" r="r" t="t"/>
              <a:pathLst>
                <a:path extrusionOk="0" h="6170" w="6270">
                  <a:moveTo>
                    <a:pt x="3119" y="1386"/>
                  </a:moveTo>
                  <a:cubicBezTo>
                    <a:pt x="3308" y="1386"/>
                    <a:pt x="3466" y="1544"/>
                    <a:pt x="3466" y="1733"/>
                  </a:cubicBezTo>
                  <a:cubicBezTo>
                    <a:pt x="3466" y="1953"/>
                    <a:pt x="3308" y="2079"/>
                    <a:pt x="3119" y="2079"/>
                  </a:cubicBezTo>
                  <a:cubicBezTo>
                    <a:pt x="2930" y="2079"/>
                    <a:pt x="2773" y="1953"/>
                    <a:pt x="2773" y="1733"/>
                  </a:cubicBezTo>
                  <a:cubicBezTo>
                    <a:pt x="2773" y="1544"/>
                    <a:pt x="2930" y="1386"/>
                    <a:pt x="3119" y="1386"/>
                  </a:cubicBezTo>
                  <a:close/>
                  <a:moveTo>
                    <a:pt x="3119" y="2741"/>
                  </a:moveTo>
                  <a:cubicBezTo>
                    <a:pt x="3308" y="2741"/>
                    <a:pt x="3466" y="2867"/>
                    <a:pt x="3466" y="3088"/>
                  </a:cubicBezTo>
                  <a:lnTo>
                    <a:pt x="3466" y="4474"/>
                  </a:lnTo>
                  <a:cubicBezTo>
                    <a:pt x="3466" y="4663"/>
                    <a:pt x="3308" y="4820"/>
                    <a:pt x="3119" y="4820"/>
                  </a:cubicBezTo>
                  <a:cubicBezTo>
                    <a:pt x="2930" y="4820"/>
                    <a:pt x="2773" y="4663"/>
                    <a:pt x="2773" y="4474"/>
                  </a:cubicBezTo>
                  <a:lnTo>
                    <a:pt x="2773" y="3088"/>
                  </a:lnTo>
                  <a:cubicBezTo>
                    <a:pt x="2773" y="2867"/>
                    <a:pt x="2930" y="2741"/>
                    <a:pt x="3119" y="2741"/>
                  </a:cubicBezTo>
                  <a:close/>
                  <a:moveTo>
                    <a:pt x="3151" y="0"/>
                  </a:moveTo>
                  <a:cubicBezTo>
                    <a:pt x="1449" y="0"/>
                    <a:pt x="63" y="1386"/>
                    <a:pt x="63" y="3088"/>
                  </a:cubicBezTo>
                  <a:cubicBezTo>
                    <a:pt x="63" y="3592"/>
                    <a:pt x="158" y="4096"/>
                    <a:pt x="441" y="4568"/>
                  </a:cubicBezTo>
                  <a:lnTo>
                    <a:pt x="63" y="5734"/>
                  </a:lnTo>
                  <a:cubicBezTo>
                    <a:pt x="0" y="5828"/>
                    <a:pt x="0" y="5955"/>
                    <a:pt x="126" y="6081"/>
                  </a:cubicBezTo>
                  <a:cubicBezTo>
                    <a:pt x="171" y="6125"/>
                    <a:pt x="263" y="6170"/>
                    <a:pt x="357" y="6170"/>
                  </a:cubicBezTo>
                  <a:cubicBezTo>
                    <a:pt x="396" y="6170"/>
                    <a:pt x="436" y="6162"/>
                    <a:pt x="473" y="6144"/>
                  </a:cubicBezTo>
                  <a:lnTo>
                    <a:pt x="1638" y="5765"/>
                  </a:lnTo>
                  <a:cubicBezTo>
                    <a:pt x="2079" y="6049"/>
                    <a:pt x="2615" y="6144"/>
                    <a:pt x="3151" y="6144"/>
                  </a:cubicBezTo>
                  <a:cubicBezTo>
                    <a:pt x="4852" y="6144"/>
                    <a:pt x="6270" y="4789"/>
                    <a:pt x="6270" y="3088"/>
                  </a:cubicBezTo>
                  <a:cubicBezTo>
                    <a:pt x="6270" y="1386"/>
                    <a:pt x="4852" y="0"/>
                    <a:pt x="31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" name="Google Shape;139;p15"/>
          <p:cNvGrpSpPr/>
          <p:nvPr/>
        </p:nvGrpSpPr>
        <p:grpSpPr>
          <a:xfrm>
            <a:off x="4861918" y="1854783"/>
            <a:ext cx="243914" cy="242553"/>
            <a:chOff x="3997043" y="1854783"/>
            <a:chExt cx="243914" cy="242553"/>
          </a:xfrm>
        </p:grpSpPr>
        <p:sp>
          <p:nvSpPr>
            <p:cNvPr id="140" name="Google Shape;140;p15"/>
            <p:cNvSpPr/>
            <p:nvPr/>
          </p:nvSpPr>
          <p:spPr>
            <a:xfrm>
              <a:off x="4195695" y="1865104"/>
              <a:ext cx="35419" cy="33771"/>
            </a:xfrm>
            <a:custGeom>
              <a:rect b="b" l="l" r="r" t="t"/>
              <a:pathLst>
                <a:path extrusionOk="0" h="1623" w="1702">
                  <a:moveTo>
                    <a:pt x="1352" y="0"/>
                  </a:moveTo>
                  <a:cubicBezTo>
                    <a:pt x="1261" y="0"/>
                    <a:pt x="1167" y="24"/>
                    <a:pt x="1104" y="71"/>
                  </a:cubicBezTo>
                  <a:lnTo>
                    <a:pt x="127" y="1079"/>
                  </a:lnTo>
                  <a:cubicBezTo>
                    <a:pt x="1" y="1205"/>
                    <a:pt x="1" y="1426"/>
                    <a:pt x="127" y="1552"/>
                  </a:cubicBezTo>
                  <a:cubicBezTo>
                    <a:pt x="190" y="1599"/>
                    <a:pt x="284" y="1623"/>
                    <a:pt x="375" y="1623"/>
                  </a:cubicBezTo>
                  <a:cubicBezTo>
                    <a:pt x="466" y="1623"/>
                    <a:pt x="552" y="1599"/>
                    <a:pt x="599" y="1552"/>
                  </a:cubicBezTo>
                  <a:lnTo>
                    <a:pt x="1576" y="544"/>
                  </a:lnTo>
                  <a:cubicBezTo>
                    <a:pt x="1702" y="449"/>
                    <a:pt x="1702" y="260"/>
                    <a:pt x="1576" y="71"/>
                  </a:cubicBezTo>
                  <a:cubicBezTo>
                    <a:pt x="1529" y="24"/>
                    <a:pt x="1442" y="0"/>
                    <a:pt x="13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4096702" y="1857571"/>
              <a:ext cx="142944" cy="139473"/>
            </a:xfrm>
            <a:custGeom>
              <a:rect b="b" l="l" r="r" t="t"/>
              <a:pathLst>
                <a:path extrusionOk="0" h="6703" w="6869">
                  <a:moveTo>
                    <a:pt x="772" y="0"/>
                  </a:moveTo>
                  <a:cubicBezTo>
                    <a:pt x="599" y="0"/>
                    <a:pt x="426" y="71"/>
                    <a:pt x="284" y="213"/>
                  </a:cubicBezTo>
                  <a:cubicBezTo>
                    <a:pt x="1" y="496"/>
                    <a:pt x="1" y="937"/>
                    <a:pt x="284" y="1189"/>
                  </a:cubicBezTo>
                  <a:lnTo>
                    <a:pt x="5608" y="6514"/>
                  </a:lnTo>
                  <a:cubicBezTo>
                    <a:pt x="5734" y="6640"/>
                    <a:pt x="5908" y="6703"/>
                    <a:pt x="6085" y="6703"/>
                  </a:cubicBezTo>
                  <a:cubicBezTo>
                    <a:pt x="6262" y="6703"/>
                    <a:pt x="6443" y="6640"/>
                    <a:pt x="6585" y="6514"/>
                  </a:cubicBezTo>
                  <a:cubicBezTo>
                    <a:pt x="6869" y="6230"/>
                    <a:pt x="6869" y="5821"/>
                    <a:pt x="6585" y="5537"/>
                  </a:cubicBezTo>
                  <a:lnTo>
                    <a:pt x="1261" y="213"/>
                  </a:lnTo>
                  <a:cubicBezTo>
                    <a:pt x="1119" y="71"/>
                    <a:pt x="946" y="0"/>
                    <a:pt x="7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4031795" y="1894109"/>
              <a:ext cx="169830" cy="169810"/>
            </a:xfrm>
            <a:custGeom>
              <a:rect b="b" l="l" r="r" t="t"/>
              <a:pathLst>
                <a:path extrusionOk="0" h="8161" w="8161">
                  <a:moveTo>
                    <a:pt x="2994" y="1"/>
                  </a:moveTo>
                  <a:lnTo>
                    <a:pt x="2489" y="1576"/>
                  </a:lnTo>
                  <a:cubicBezTo>
                    <a:pt x="1985" y="3088"/>
                    <a:pt x="1166" y="4474"/>
                    <a:pt x="1" y="5703"/>
                  </a:cubicBezTo>
                  <a:lnTo>
                    <a:pt x="2458" y="8160"/>
                  </a:lnTo>
                  <a:cubicBezTo>
                    <a:pt x="3687" y="6995"/>
                    <a:pt x="5104" y="6175"/>
                    <a:pt x="6585" y="5671"/>
                  </a:cubicBezTo>
                  <a:lnTo>
                    <a:pt x="8160" y="5136"/>
                  </a:lnTo>
                  <a:lnTo>
                    <a:pt x="29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4168163" y="1854783"/>
              <a:ext cx="14442" cy="28194"/>
            </a:xfrm>
            <a:custGeom>
              <a:rect b="b" l="l" r="r" t="t"/>
              <a:pathLst>
                <a:path extrusionOk="0" h="1355" w="694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08"/>
                  </a:lnTo>
                  <a:cubicBezTo>
                    <a:pt x="1" y="1229"/>
                    <a:pt x="158" y="1355"/>
                    <a:pt x="347" y="1355"/>
                  </a:cubicBezTo>
                  <a:cubicBezTo>
                    <a:pt x="536" y="1355"/>
                    <a:pt x="694" y="1229"/>
                    <a:pt x="694" y="1008"/>
                  </a:cubicBez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4212093" y="1913127"/>
              <a:ext cx="28863" cy="14440"/>
            </a:xfrm>
            <a:custGeom>
              <a:rect b="b" l="l" r="r" t="t"/>
              <a:pathLst>
                <a:path extrusionOk="0" h="694" w="1387">
                  <a:moveTo>
                    <a:pt x="379" y="0"/>
                  </a:moveTo>
                  <a:cubicBezTo>
                    <a:pt x="158" y="0"/>
                    <a:pt x="0" y="126"/>
                    <a:pt x="0" y="347"/>
                  </a:cubicBezTo>
                  <a:cubicBezTo>
                    <a:pt x="0" y="536"/>
                    <a:pt x="158" y="693"/>
                    <a:pt x="379" y="693"/>
                  </a:cubicBezTo>
                  <a:lnTo>
                    <a:pt x="1040" y="693"/>
                  </a:lnTo>
                  <a:cubicBezTo>
                    <a:pt x="1229" y="693"/>
                    <a:pt x="1387" y="536"/>
                    <a:pt x="1387" y="347"/>
                  </a:cubicBezTo>
                  <a:cubicBezTo>
                    <a:pt x="1387" y="126"/>
                    <a:pt x="1229" y="0"/>
                    <a:pt x="10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4103257" y="2018663"/>
              <a:ext cx="97058" cy="57096"/>
            </a:xfrm>
            <a:custGeom>
              <a:rect b="b" l="l" r="r" t="t"/>
              <a:pathLst>
                <a:path extrusionOk="0" h="2744" w="4664">
                  <a:moveTo>
                    <a:pt x="4411" y="0"/>
                  </a:moveTo>
                  <a:lnTo>
                    <a:pt x="3750" y="221"/>
                  </a:lnTo>
                  <a:cubicBezTo>
                    <a:pt x="3907" y="378"/>
                    <a:pt x="3813" y="631"/>
                    <a:pt x="3624" y="694"/>
                  </a:cubicBezTo>
                  <a:lnTo>
                    <a:pt x="1072" y="2017"/>
                  </a:lnTo>
                  <a:cubicBezTo>
                    <a:pt x="1030" y="2038"/>
                    <a:pt x="984" y="2048"/>
                    <a:pt x="938" y="2048"/>
                  </a:cubicBezTo>
                  <a:cubicBezTo>
                    <a:pt x="844" y="2048"/>
                    <a:pt x="746" y="2006"/>
                    <a:pt x="662" y="1922"/>
                  </a:cubicBezTo>
                  <a:lnTo>
                    <a:pt x="568" y="1796"/>
                  </a:lnTo>
                  <a:cubicBezTo>
                    <a:pt x="347" y="1922"/>
                    <a:pt x="190" y="2080"/>
                    <a:pt x="1" y="2237"/>
                  </a:cubicBezTo>
                  <a:lnTo>
                    <a:pt x="190" y="2426"/>
                  </a:lnTo>
                  <a:cubicBezTo>
                    <a:pt x="395" y="2632"/>
                    <a:pt x="669" y="2744"/>
                    <a:pt x="947" y="2744"/>
                  </a:cubicBezTo>
                  <a:cubicBezTo>
                    <a:pt x="1095" y="2744"/>
                    <a:pt x="1245" y="2712"/>
                    <a:pt x="1387" y="2647"/>
                  </a:cubicBezTo>
                  <a:lnTo>
                    <a:pt x="3939" y="1324"/>
                  </a:lnTo>
                  <a:cubicBezTo>
                    <a:pt x="4411" y="1103"/>
                    <a:pt x="4663" y="505"/>
                    <a:pt x="44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3997043" y="2018164"/>
              <a:ext cx="81971" cy="79173"/>
            </a:xfrm>
            <a:custGeom>
              <a:rect b="b" l="l" r="r" t="t"/>
              <a:pathLst>
                <a:path extrusionOk="0" h="3805" w="3939">
                  <a:moveTo>
                    <a:pt x="757" y="1"/>
                  </a:moveTo>
                  <a:cubicBezTo>
                    <a:pt x="576" y="1"/>
                    <a:pt x="395" y="72"/>
                    <a:pt x="253" y="213"/>
                  </a:cubicBezTo>
                  <a:cubicBezTo>
                    <a:pt x="1" y="497"/>
                    <a:pt x="1" y="938"/>
                    <a:pt x="253" y="1190"/>
                  </a:cubicBezTo>
                  <a:lnTo>
                    <a:pt x="2679" y="3616"/>
                  </a:lnTo>
                  <a:cubicBezTo>
                    <a:pt x="2805" y="3742"/>
                    <a:pt x="2978" y="3805"/>
                    <a:pt x="3155" y="3805"/>
                  </a:cubicBezTo>
                  <a:cubicBezTo>
                    <a:pt x="3332" y="3805"/>
                    <a:pt x="3514" y="3742"/>
                    <a:pt x="3655" y="3616"/>
                  </a:cubicBezTo>
                  <a:cubicBezTo>
                    <a:pt x="3939" y="3332"/>
                    <a:pt x="3939" y="2891"/>
                    <a:pt x="3655" y="2608"/>
                  </a:cubicBezTo>
                  <a:lnTo>
                    <a:pt x="1261" y="213"/>
                  </a:lnTo>
                  <a:cubicBezTo>
                    <a:pt x="1119" y="72"/>
                    <a:pt x="938" y="1"/>
                    <a:pt x="7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" name="Google Shape;147;p15"/>
          <p:cNvGrpSpPr/>
          <p:nvPr/>
        </p:nvGrpSpPr>
        <p:grpSpPr>
          <a:xfrm>
            <a:off x="1348116" y="1266458"/>
            <a:ext cx="1690107" cy="3637950"/>
            <a:chOff x="2208223" y="2053240"/>
            <a:chExt cx="1244739" cy="2679297"/>
          </a:xfrm>
        </p:grpSpPr>
        <p:sp>
          <p:nvSpPr>
            <p:cNvPr id="148" name="Google Shape;148;p15"/>
            <p:cNvSpPr/>
            <p:nvPr/>
          </p:nvSpPr>
          <p:spPr>
            <a:xfrm>
              <a:off x="2579740" y="3822973"/>
              <a:ext cx="502038" cy="909565"/>
            </a:xfrm>
            <a:custGeom>
              <a:rect b="b" l="l" r="r" t="t"/>
              <a:pathLst>
                <a:path extrusionOk="0" h="84297" w="19324">
                  <a:moveTo>
                    <a:pt x="19324" y="84297"/>
                  </a:moveTo>
                  <a:lnTo>
                    <a:pt x="12776" y="1"/>
                  </a:lnTo>
                  <a:lnTo>
                    <a:pt x="6537" y="1"/>
                  </a:lnTo>
                  <a:lnTo>
                    <a:pt x="0" y="84297"/>
                  </a:lnTo>
                  <a:close/>
                </a:path>
              </a:pathLst>
            </a:custGeom>
            <a:gradFill>
              <a:gsLst>
                <a:gs pos="0">
                  <a:srgbClr val="FCBD24"/>
                </a:gs>
                <a:gs pos="100000">
                  <a:srgbClr val="FFFFFF"/>
                </a:gs>
              </a:gsLst>
              <a:lin ang="5400012" scaled="0"/>
            </a:gra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2651485" y="3610837"/>
              <a:ext cx="358212" cy="218990"/>
            </a:xfrm>
            <a:custGeom>
              <a:rect b="b" l="l" r="r" t="t"/>
              <a:pathLst>
                <a:path extrusionOk="0" h="8430" w="13788">
                  <a:moveTo>
                    <a:pt x="0" y="0"/>
                  </a:moveTo>
                  <a:lnTo>
                    <a:pt x="2739" y="8430"/>
                  </a:lnTo>
                  <a:lnTo>
                    <a:pt x="11061" y="8430"/>
                  </a:lnTo>
                  <a:lnTo>
                    <a:pt x="13788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2997299" y="3311709"/>
              <a:ext cx="455663" cy="690352"/>
            </a:xfrm>
            <a:custGeom>
              <a:rect b="b" l="l" r="r" t="t"/>
              <a:pathLst>
                <a:path extrusionOk="0" h="26575" w="17539">
                  <a:moveTo>
                    <a:pt x="5608" y="1"/>
                  </a:moveTo>
                  <a:cubicBezTo>
                    <a:pt x="4965" y="3132"/>
                    <a:pt x="4168" y="6144"/>
                    <a:pt x="3275" y="8692"/>
                  </a:cubicBezTo>
                  <a:cubicBezTo>
                    <a:pt x="2310" y="11478"/>
                    <a:pt x="1203" y="13729"/>
                    <a:pt x="1" y="15003"/>
                  </a:cubicBezTo>
                  <a:cubicBezTo>
                    <a:pt x="7930" y="15003"/>
                    <a:pt x="10716" y="22349"/>
                    <a:pt x="11621" y="26099"/>
                  </a:cubicBezTo>
                  <a:cubicBezTo>
                    <a:pt x="11701" y="26413"/>
                    <a:pt x="11969" y="26575"/>
                    <a:pt x="12236" y="26575"/>
                  </a:cubicBezTo>
                  <a:cubicBezTo>
                    <a:pt x="12484" y="26575"/>
                    <a:pt x="12732" y="26434"/>
                    <a:pt x="12824" y="26147"/>
                  </a:cubicBezTo>
                  <a:cubicBezTo>
                    <a:pt x="17538" y="11931"/>
                    <a:pt x="6204" y="572"/>
                    <a:pt x="5608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2461549" y="2053240"/>
              <a:ext cx="749211" cy="1648246"/>
            </a:xfrm>
            <a:custGeom>
              <a:rect b="b" l="l" r="r" t="t"/>
              <a:pathLst>
                <a:path extrusionOk="0" h="63449" w="28838">
                  <a:moveTo>
                    <a:pt x="14419" y="0"/>
                  </a:moveTo>
                  <a:cubicBezTo>
                    <a:pt x="14419" y="0"/>
                    <a:pt x="6466" y="6751"/>
                    <a:pt x="2382" y="17526"/>
                  </a:cubicBezTo>
                  <a:cubicBezTo>
                    <a:pt x="953" y="21265"/>
                    <a:pt x="1" y="25480"/>
                    <a:pt x="1" y="30076"/>
                  </a:cubicBezTo>
                  <a:cubicBezTo>
                    <a:pt x="1" y="39243"/>
                    <a:pt x="3168" y="58531"/>
                    <a:pt x="7788" y="63449"/>
                  </a:cubicBezTo>
                  <a:lnTo>
                    <a:pt x="21051" y="63449"/>
                  </a:lnTo>
                  <a:cubicBezTo>
                    <a:pt x="25671" y="58531"/>
                    <a:pt x="28838" y="39243"/>
                    <a:pt x="28838" y="30076"/>
                  </a:cubicBezTo>
                  <a:cubicBezTo>
                    <a:pt x="28838" y="25361"/>
                    <a:pt x="27993" y="21170"/>
                    <a:pt x="26719" y="17526"/>
                  </a:cubicBezTo>
                  <a:cubicBezTo>
                    <a:pt x="22718" y="6073"/>
                    <a:pt x="14419" y="0"/>
                    <a:pt x="14419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2615608" y="2053240"/>
              <a:ext cx="452260" cy="268477"/>
            </a:xfrm>
            <a:custGeom>
              <a:rect b="b" l="l" r="r" t="t"/>
              <a:pathLst>
                <a:path extrusionOk="0" h="10335" w="17408">
                  <a:moveTo>
                    <a:pt x="8489" y="0"/>
                  </a:moveTo>
                  <a:cubicBezTo>
                    <a:pt x="8489" y="0"/>
                    <a:pt x="3977" y="3834"/>
                    <a:pt x="0" y="10335"/>
                  </a:cubicBezTo>
                  <a:lnTo>
                    <a:pt x="17407" y="10335"/>
                  </a:lnTo>
                  <a:cubicBezTo>
                    <a:pt x="13335" y="3548"/>
                    <a:pt x="8489" y="0"/>
                    <a:pt x="8489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2208223" y="3311709"/>
              <a:ext cx="455663" cy="690352"/>
            </a:xfrm>
            <a:custGeom>
              <a:rect b="b" l="l" r="r" t="t"/>
              <a:pathLst>
                <a:path extrusionOk="0" h="26575" w="17539">
                  <a:moveTo>
                    <a:pt x="11931" y="1"/>
                  </a:moveTo>
                  <a:cubicBezTo>
                    <a:pt x="11335" y="572"/>
                    <a:pt x="1" y="11931"/>
                    <a:pt x="4716" y="26147"/>
                  </a:cubicBezTo>
                  <a:cubicBezTo>
                    <a:pt x="4813" y="26434"/>
                    <a:pt x="5064" y="26575"/>
                    <a:pt x="5312" y="26575"/>
                  </a:cubicBezTo>
                  <a:cubicBezTo>
                    <a:pt x="5579" y="26575"/>
                    <a:pt x="5844" y="26413"/>
                    <a:pt x="5918" y="26099"/>
                  </a:cubicBezTo>
                  <a:cubicBezTo>
                    <a:pt x="6823" y="22349"/>
                    <a:pt x="9609" y="15003"/>
                    <a:pt x="17539" y="15003"/>
                  </a:cubicBezTo>
                  <a:cubicBezTo>
                    <a:pt x="16348" y="13729"/>
                    <a:pt x="15241" y="11478"/>
                    <a:pt x="14264" y="8692"/>
                  </a:cubicBezTo>
                  <a:cubicBezTo>
                    <a:pt x="13371" y="6144"/>
                    <a:pt x="12586" y="3132"/>
                    <a:pt x="11931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2612516" y="3620390"/>
              <a:ext cx="447298" cy="81050"/>
            </a:xfrm>
            <a:custGeom>
              <a:rect b="b" l="l" r="r" t="t"/>
              <a:pathLst>
                <a:path extrusionOk="0" h="3120" w="17217">
                  <a:moveTo>
                    <a:pt x="0" y="0"/>
                  </a:moveTo>
                  <a:cubicBezTo>
                    <a:pt x="619" y="1310"/>
                    <a:pt x="1286" y="2381"/>
                    <a:pt x="1977" y="3120"/>
                  </a:cubicBezTo>
                  <a:lnTo>
                    <a:pt x="15240" y="3120"/>
                  </a:lnTo>
                  <a:cubicBezTo>
                    <a:pt x="15931" y="2381"/>
                    <a:pt x="16598" y="1310"/>
                    <a:pt x="17217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2640964" y="2491805"/>
              <a:ext cx="384816" cy="385090"/>
            </a:xfrm>
            <a:custGeom>
              <a:rect b="b" l="l" r="r" t="t"/>
              <a:pathLst>
                <a:path extrusionOk="0" h="14824" w="14812">
                  <a:moveTo>
                    <a:pt x="7406" y="0"/>
                  </a:moveTo>
                  <a:cubicBezTo>
                    <a:pt x="3311" y="0"/>
                    <a:pt x="1" y="3322"/>
                    <a:pt x="1" y="7418"/>
                  </a:cubicBezTo>
                  <a:cubicBezTo>
                    <a:pt x="1" y="11502"/>
                    <a:pt x="3311" y="14824"/>
                    <a:pt x="7406" y="14824"/>
                  </a:cubicBezTo>
                  <a:cubicBezTo>
                    <a:pt x="11502" y="14824"/>
                    <a:pt x="14812" y="11502"/>
                    <a:pt x="14812" y="7418"/>
                  </a:cubicBezTo>
                  <a:cubicBezTo>
                    <a:pt x="14812" y="3322"/>
                    <a:pt x="11502" y="0"/>
                    <a:pt x="740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2692013" y="2542824"/>
              <a:ext cx="283052" cy="283051"/>
            </a:xfrm>
            <a:custGeom>
              <a:rect b="b" l="l" r="r" t="t"/>
              <a:pathLst>
                <a:path extrusionOk="0" h="10896" w="10895">
                  <a:moveTo>
                    <a:pt x="5441" y="1"/>
                  </a:moveTo>
                  <a:cubicBezTo>
                    <a:pt x="2429" y="1"/>
                    <a:pt x="0" y="2442"/>
                    <a:pt x="0" y="5454"/>
                  </a:cubicBezTo>
                  <a:cubicBezTo>
                    <a:pt x="0" y="8454"/>
                    <a:pt x="2429" y="10895"/>
                    <a:pt x="5441" y="10895"/>
                  </a:cubicBezTo>
                  <a:cubicBezTo>
                    <a:pt x="8454" y="10895"/>
                    <a:pt x="10894" y="8454"/>
                    <a:pt x="10894" y="5454"/>
                  </a:cubicBezTo>
                  <a:cubicBezTo>
                    <a:pt x="10894" y="2442"/>
                    <a:pt x="8454" y="1"/>
                    <a:pt x="5441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2714901" y="2983571"/>
              <a:ext cx="257696" cy="257359"/>
            </a:xfrm>
            <a:custGeom>
              <a:rect b="b" l="l" r="r" t="t"/>
              <a:pathLst>
                <a:path extrusionOk="0" h="9907" w="9919">
                  <a:moveTo>
                    <a:pt x="4953" y="0"/>
                  </a:moveTo>
                  <a:cubicBezTo>
                    <a:pt x="2215" y="0"/>
                    <a:pt x="0" y="2215"/>
                    <a:pt x="0" y="4953"/>
                  </a:cubicBezTo>
                  <a:cubicBezTo>
                    <a:pt x="0" y="7692"/>
                    <a:pt x="2215" y="9906"/>
                    <a:pt x="4953" y="9906"/>
                  </a:cubicBezTo>
                  <a:cubicBezTo>
                    <a:pt x="7692" y="9906"/>
                    <a:pt x="9918" y="7692"/>
                    <a:pt x="9918" y="4953"/>
                  </a:cubicBezTo>
                  <a:cubicBezTo>
                    <a:pt x="9918" y="2215"/>
                    <a:pt x="7692" y="0"/>
                    <a:pt x="495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2759119" y="3027783"/>
              <a:ext cx="168922" cy="168906"/>
            </a:xfrm>
            <a:custGeom>
              <a:rect b="b" l="l" r="r" t="t"/>
              <a:pathLst>
                <a:path extrusionOk="0" h="6502" w="6502">
                  <a:moveTo>
                    <a:pt x="3251" y="1"/>
                  </a:moveTo>
                  <a:cubicBezTo>
                    <a:pt x="1453" y="1"/>
                    <a:pt x="1" y="1453"/>
                    <a:pt x="1" y="3251"/>
                  </a:cubicBezTo>
                  <a:cubicBezTo>
                    <a:pt x="1" y="5049"/>
                    <a:pt x="1453" y="6502"/>
                    <a:pt x="3251" y="6502"/>
                  </a:cubicBezTo>
                  <a:cubicBezTo>
                    <a:pt x="5049" y="6502"/>
                    <a:pt x="6502" y="5049"/>
                    <a:pt x="6502" y="3251"/>
                  </a:cubicBezTo>
                  <a:cubicBezTo>
                    <a:pt x="6502" y="1453"/>
                    <a:pt x="5049" y="1"/>
                    <a:pt x="3251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717800" y="537175"/>
            <a:ext cx="2755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Функционалности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2782960" y="1380907"/>
            <a:ext cx="1021072" cy="989899"/>
          </a:xfrm>
          <a:custGeom>
            <a:rect b="b" l="l" r="r" t="t"/>
            <a:pathLst>
              <a:path extrusionOk="0" h="61859" w="63807">
                <a:moveTo>
                  <a:pt x="45941" y="0"/>
                </a:moveTo>
                <a:cubicBezTo>
                  <a:pt x="44155" y="0"/>
                  <a:pt x="42349" y="668"/>
                  <a:pt x="40934" y="2083"/>
                </a:cubicBezTo>
                <a:lnTo>
                  <a:pt x="3572" y="39445"/>
                </a:lnTo>
                <a:cubicBezTo>
                  <a:pt x="1" y="43016"/>
                  <a:pt x="1179" y="49053"/>
                  <a:pt x="5823" y="51017"/>
                </a:cubicBezTo>
                <a:lnTo>
                  <a:pt x="30088" y="61292"/>
                </a:lnTo>
                <a:cubicBezTo>
                  <a:pt x="30985" y="61673"/>
                  <a:pt x="31930" y="61858"/>
                  <a:pt x="32867" y="61858"/>
                </a:cubicBezTo>
                <a:cubicBezTo>
                  <a:pt x="34713" y="61858"/>
                  <a:pt x="36528" y="61139"/>
                  <a:pt x="37886" y="59780"/>
                </a:cubicBezTo>
                <a:lnTo>
                  <a:pt x="61163" y="36504"/>
                </a:lnTo>
                <a:cubicBezTo>
                  <a:pt x="63199" y="34468"/>
                  <a:pt x="63806" y="31396"/>
                  <a:pt x="62687" y="28741"/>
                </a:cubicBezTo>
                <a:lnTo>
                  <a:pt x="52519" y="4369"/>
                </a:lnTo>
                <a:cubicBezTo>
                  <a:pt x="51340" y="1551"/>
                  <a:pt x="48663" y="0"/>
                  <a:pt x="4594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5810382" y="2364623"/>
            <a:ext cx="618273" cy="1072936"/>
          </a:xfrm>
          <a:custGeom>
            <a:rect b="b" l="l" r="r" t="t"/>
            <a:pathLst>
              <a:path extrusionOk="0" h="67048" w="38636">
                <a:moveTo>
                  <a:pt x="31541" y="0"/>
                </a:moveTo>
                <a:cubicBezTo>
                  <a:pt x="30625" y="0"/>
                  <a:pt x="29686" y="181"/>
                  <a:pt x="28766" y="572"/>
                </a:cubicBezTo>
                <a:lnTo>
                  <a:pt x="4334" y="10919"/>
                </a:lnTo>
                <a:cubicBezTo>
                  <a:pt x="1703" y="12026"/>
                  <a:pt x="0" y="14609"/>
                  <a:pt x="0" y="17455"/>
                </a:cubicBezTo>
                <a:lnTo>
                  <a:pt x="0" y="50019"/>
                </a:lnTo>
                <a:cubicBezTo>
                  <a:pt x="0" y="52912"/>
                  <a:pt x="1750" y="55519"/>
                  <a:pt x="4429" y="56603"/>
                </a:cubicBezTo>
                <a:lnTo>
                  <a:pt x="28861" y="66521"/>
                </a:lnTo>
                <a:cubicBezTo>
                  <a:pt x="29748" y="66881"/>
                  <a:pt x="30652" y="67048"/>
                  <a:pt x="31533" y="67048"/>
                </a:cubicBezTo>
                <a:cubicBezTo>
                  <a:pt x="35286" y="67048"/>
                  <a:pt x="38636" y="64015"/>
                  <a:pt x="38636" y="59936"/>
                </a:cubicBezTo>
                <a:lnTo>
                  <a:pt x="38636" y="7109"/>
                </a:lnTo>
                <a:cubicBezTo>
                  <a:pt x="38636" y="3024"/>
                  <a:pt x="35285" y="0"/>
                  <a:pt x="3154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5341273" y="1381027"/>
            <a:ext cx="1020863" cy="989659"/>
          </a:xfrm>
          <a:custGeom>
            <a:rect b="b" l="l" r="r" t="t"/>
            <a:pathLst>
              <a:path extrusionOk="0" h="61844" w="63794">
                <a:moveTo>
                  <a:pt x="17866" y="0"/>
                </a:moveTo>
                <a:cubicBezTo>
                  <a:pt x="15145" y="0"/>
                  <a:pt x="12471" y="1551"/>
                  <a:pt x="11299" y="4369"/>
                </a:cubicBezTo>
                <a:lnTo>
                  <a:pt x="1119" y="28741"/>
                </a:lnTo>
                <a:cubicBezTo>
                  <a:pt x="0" y="31396"/>
                  <a:pt x="607" y="34468"/>
                  <a:pt x="2643" y="36504"/>
                </a:cubicBezTo>
                <a:lnTo>
                  <a:pt x="25908" y="59768"/>
                </a:lnTo>
                <a:cubicBezTo>
                  <a:pt x="27269" y="61122"/>
                  <a:pt x="29088" y="61844"/>
                  <a:pt x="30938" y="61844"/>
                </a:cubicBezTo>
                <a:cubicBezTo>
                  <a:pt x="31871" y="61844"/>
                  <a:pt x="32812" y="61660"/>
                  <a:pt x="33707" y="61281"/>
                </a:cubicBezTo>
                <a:lnTo>
                  <a:pt x="57972" y="51005"/>
                </a:lnTo>
                <a:cubicBezTo>
                  <a:pt x="62615" y="49041"/>
                  <a:pt x="63794" y="43004"/>
                  <a:pt x="60222" y="39433"/>
                </a:cubicBezTo>
                <a:lnTo>
                  <a:pt x="22872" y="2083"/>
                </a:lnTo>
                <a:cubicBezTo>
                  <a:pt x="21457" y="668"/>
                  <a:pt x="19651" y="0"/>
                  <a:pt x="1786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2715313" y="2362999"/>
            <a:ext cx="618289" cy="1076184"/>
          </a:xfrm>
          <a:custGeom>
            <a:rect b="b" l="l" r="r" t="t"/>
            <a:pathLst>
              <a:path extrusionOk="0" h="67251" w="38637">
                <a:moveTo>
                  <a:pt x="7107" y="1"/>
                </a:moveTo>
                <a:cubicBezTo>
                  <a:pt x="3358" y="1"/>
                  <a:pt x="1" y="3027"/>
                  <a:pt x="1" y="7115"/>
                </a:cubicBezTo>
                <a:lnTo>
                  <a:pt x="1" y="60134"/>
                </a:lnTo>
                <a:cubicBezTo>
                  <a:pt x="1" y="64218"/>
                  <a:pt x="3344" y="67250"/>
                  <a:pt x="7093" y="67250"/>
                </a:cubicBezTo>
                <a:cubicBezTo>
                  <a:pt x="7978" y="67250"/>
                  <a:pt x="8885" y="67082"/>
                  <a:pt x="9776" y="66718"/>
                </a:cubicBezTo>
                <a:lnTo>
                  <a:pt x="34208" y="56812"/>
                </a:lnTo>
                <a:cubicBezTo>
                  <a:pt x="36886" y="55717"/>
                  <a:pt x="38637" y="53121"/>
                  <a:pt x="38637" y="50228"/>
                </a:cubicBezTo>
                <a:lnTo>
                  <a:pt x="38637" y="17462"/>
                </a:lnTo>
                <a:cubicBezTo>
                  <a:pt x="38637" y="14604"/>
                  <a:pt x="36934" y="12033"/>
                  <a:pt x="34303" y="10913"/>
                </a:cubicBezTo>
                <a:lnTo>
                  <a:pt x="9871" y="567"/>
                </a:lnTo>
                <a:cubicBezTo>
                  <a:pt x="8955" y="180"/>
                  <a:pt x="8019" y="1"/>
                  <a:pt x="710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5340121" y="3433494"/>
            <a:ext cx="1023920" cy="987290"/>
          </a:xfrm>
          <a:custGeom>
            <a:rect b="b" l="l" r="r" t="t"/>
            <a:pathLst>
              <a:path extrusionOk="0" h="61696" w="63985">
                <a:moveTo>
                  <a:pt x="30783" y="0"/>
                </a:moveTo>
                <a:cubicBezTo>
                  <a:pt x="28934" y="0"/>
                  <a:pt x="27115" y="720"/>
                  <a:pt x="25754" y="2082"/>
                </a:cubicBezTo>
                <a:lnTo>
                  <a:pt x="2644" y="25192"/>
                </a:lnTo>
                <a:cubicBezTo>
                  <a:pt x="608" y="27228"/>
                  <a:pt x="1" y="30299"/>
                  <a:pt x="1120" y="32954"/>
                </a:cubicBezTo>
                <a:lnTo>
                  <a:pt x="11300" y="57326"/>
                </a:lnTo>
                <a:cubicBezTo>
                  <a:pt x="12471" y="60145"/>
                  <a:pt x="15145" y="61695"/>
                  <a:pt x="17866" y="61695"/>
                </a:cubicBezTo>
                <a:cubicBezTo>
                  <a:pt x="19652" y="61695"/>
                  <a:pt x="21457" y="61028"/>
                  <a:pt x="22873" y="59612"/>
                </a:cubicBezTo>
                <a:lnTo>
                  <a:pt x="60377" y="22108"/>
                </a:lnTo>
                <a:cubicBezTo>
                  <a:pt x="63985" y="18512"/>
                  <a:pt x="62747" y="12404"/>
                  <a:pt x="58032" y="10499"/>
                </a:cubicBezTo>
                <a:lnTo>
                  <a:pt x="33457" y="522"/>
                </a:lnTo>
                <a:cubicBezTo>
                  <a:pt x="32591" y="171"/>
                  <a:pt x="31684" y="0"/>
                  <a:pt x="3078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2781056" y="3433398"/>
            <a:ext cx="1024112" cy="987482"/>
          </a:xfrm>
          <a:custGeom>
            <a:rect b="b" l="l" r="r" t="t"/>
            <a:pathLst>
              <a:path extrusionOk="0" h="61708" w="63997">
                <a:moveTo>
                  <a:pt x="33202" y="0"/>
                </a:moveTo>
                <a:cubicBezTo>
                  <a:pt x="32302" y="0"/>
                  <a:pt x="31394" y="171"/>
                  <a:pt x="30528" y="522"/>
                </a:cubicBezTo>
                <a:lnTo>
                  <a:pt x="5954" y="10487"/>
                </a:lnTo>
                <a:cubicBezTo>
                  <a:pt x="1239" y="12404"/>
                  <a:pt x="1" y="18500"/>
                  <a:pt x="3596" y="22096"/>
                </a:cubicBezTo>
                <a:lnTo>
                  <a:pt x="41125" y="59624"/>
                </a:lnTo>
                <a:cubicBezTo>
                  <a:pt x="42540" y="61040"/>
                  <a:pt x="44346" y="61707"/>
                  <a:pt x="46132" y="61707"/>
                </a:cubicBezTo>
                <a:cubicBezTo>
                  <a:pt x="48854" y="61707"/>
                  <a:pt x="51530" y="60157"/>
                  <a:pt x="52709" y="57338"/>
                </a:cubicBezTo>
                <a:lnTo>
                  <a:pt x="62877" y="32966"/>
                </a:lnTo>
                <a:cubicBezTo>
                  <a:pt x="63997" y="30311"/>
                  <a:pt x="63389" y="27240"/>
                  <a:pt x="61353" y="25204"/>
                </a:cubicBezTo>
                <a:lnTo>
                  <a:pt x="38220" y="2082"/>
                </a:lnTo>
                <a:cubicBezTo>
                  <a:pt x="36866" y="721"/>
                  <a:pt x="35050" y="0"/>
                  <a:pt x="3320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" name="Google Shape;170;p16"/>
          <p:cNvGrpSpPr/>
          <p:nvPr/>
        </p:nvGrpSpPr>
        <p:grpSpPr>
          <a:xfrm>
            <a:off x="3974341" y="1419314"/>
            <a:ext cx="1195342" cy="2963146"/>
            <a:chOff x="3240878" y="1617772"/>
            <a:chExt cx="1195342" cy="2963146"/>
          </a:xfrm>
        </p:grpSpPr>
        <p:sp>
          <p:nvSpPr>
            <p:cNvPr id="171" name="Google Shape;171;p16"/>
            <p:cNvSpPr/>
            <p:nvPr/>
          </p:nvSpPr>
          <p:spPr>
            <a:xfrm>
              <a:off x="3632077" y="3971052"/>
              <a:ext cx="414366" cy="609867"/>
            </a:xfrm>
            <a:custGeom>
              <a:rect b="b" l="l" r="r" t="t"/>
              <a:pathLst>
                <a:path extrusionOk="0" h="46019" w="31267">
                  <a:moveTo>
                    <a:pt x="31266" y="15502"/>
                  </a:moveTo>
                  <a:cubicBezTo>
                    <a:pt x="31266" y="6942"/>
                    <a:pt x="24265" y="0"/>
                    <a:pt x="15633" y="0"/>
                  </a:cubicBezTo>
                  <a:cubicBezTo>
                    <a:pt x="7001" y="0"/>
                    <a:pt x="0" y="6942"/>
                    <a:pt x="0" y="15502"/>
                  </a:cubicBezTo>
                  <a:cubicBezTo>
                    <a:pt x="0" y="24063"/>
                    <a:pt x="15633" y="46018"/>
                    <a:pt x="15633" y="46018"/>
                  </a:cubicBezTo>
                  <a:cubicBezTo>
                    <a:pt x="15633" y="46018"/>
                    <a:pt x="31266" y="24063"/>
                    <a:pt x="31266" y="15502"/>
                  </a:cubicBezTo>
                  <a:close/>
                </a:path>
              </a:pathLst>
            </a:custGeom>
            <a:gradFill>
              <a:gsLst>
                <a:gs pos="0">
                  <a:srgbClr val="FCBD24"/>
                </a:gs>
                <a:gs pos="100000">
                  <a:srgbClr val="FFFFFF"/>
                </a:gs>
              </a:gsLst>
              <a:lin ang="5400700" scaled="0"/>
            </a:gra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3617760" y="3691633"/>
              <a:ext cx="441577" cy="327679"/>
            </a:xfrm>
            <a:custGeom>
              <a:rect b="b" l="l" r="r" t="t"/>
              <a:pathLst>
                <a:path extrusionOk="0" h="18634" w="25111">
                  <a:moveTo>
                    <a:pt x="7132" y="0"/>
                  </a:moveTo>
                  <a:lnTo>
                    <a:pt x="0" y="18633"/>
                  </a:lnTo>
                  <a:lnTo>
                    <a:pt x="25111" y="18633"/>
                  </a:lnTo>
                  <a:lnTo>
                    <a:pt x="17979" y="0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3632409" y="3552388"/>
              <a:ext cx="412280" cy="196407"/>
            </a:xfrm>
            <a:custGeom>
              <a:rect b="b" l="l" r="r" t="t"/>
              <a:pathLst>
                <a:path extrusionOk="0" h="11169" w="23445">
                  <a:moveTo>
                    <a:pt x="1" y="0"/>
                  </a:moveTo>
                  <a:lnTo>
                    <a:pt x="1" y="11168"/>
                  </a:lnTo>
                  <a:lnTo>
                    <a:pt x="23444" y="11168"/>
                  </a:lnTo>
                  <a:lnTo>
                    <a:pt x="2344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3240878" y="3009672"/>
              <a:ext cx="414355" cy="1045833"/>
            </a:xfrm>
            <a:custGeom>
              <a:rect b="b" l="l" r="r" t="t"/>
              <a:pathLst>
                <a:path extrusionOk="0" h="59473" w="23563">
                  <a:moveTo>
                    <a:pt x="22027" y="1"/>
                  </a:moveTo>
                  <a:lnTo>
                    <a:pt x="5644" y="15943"/>
                  </a:lnTo>
                  <a:cubicBezTo>
                    <a:pt x="1572" y="19908"/>
                    <a:pt x="0" y="25778"/>
                    <a:pt x="1536" y="31254"/>
                  </a:cubicBezTo>
                  <a:lnTo>
                    <a:pt x="9466" y="59472"/>
                  </a:lnTo>
                  <a:lnTo>
                    <a:pt x="11168" y="35541"/>
                  </a:lnTo>
                  <a:cubicBezTo>
                    <a:pt x="11454" y="31623"/>
                    <a:pt x="13252" y="27956"/>
                    <a:pt x="16169" y="25337"/>
                  </a:cubicBezTo>
                  <a:lnTo>
                    <a:pt x="23563" y="18693"/>
                  </a:lnTo>
                  <a:lnTo>
                    <a:pt x="22027" y="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4021865" y="3009672"/>
              <a:ext cx="414355" cy="1045833"/>
            </a:xfrm>
            <a:custGeom>
              <a:rect b="b" l="l" r="r" t="t"/>
              <a:pathLst>
                <a:path extrusionOk="0" h="59473" w="23563">
                  <a:moveTo>
                    <a:pt x="1536" y="1"/>
                  </a:moveTo>
                  <a:lnTo>
                    <a:pt x="0" y="18693"/>
                  </a:lnTo>
                  <a:lnTo>
                    <a:pt x="7394" y="25337"/>
                  </a:lnTo>
                  <a:cubicBezTo>
                    <a:pt x="10311" y="27956"/>
                    <a:pt x="12109" y="31623"/>
                    <a:pt x="12395" y="35541"/>
                  </a:cubicBezTo>
                  <a:lnTo>
                    <a:pt x="14097" y="59472"/>
                  </a:lnTo>
                  <a:lnTo>
                    <a:pt x="22027" y="31254"/>
                  </a:lnTo>
                  <a:cubicBezTo>
                    <a:pt x="23563" y="25778"/>
                    <a:pt x="21991" y="19908"/>
                    <a:pt x="17919" y="15943"/>
                  </a:cubicBezTo>
                  <a:lnTo>
                    <a:pt x="1536" y="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3404813" y="2080860"/>
              <a:ext cx="870792" cy="1544332"/>
            </a:xfrm>
            <a:custGeom>
              <a:rect b="b" l="l" r="r" t="t"/>
              <a:pathLst>
                <a:path extrusionOk="0" h="87821" w="49519">
                  <a:moveTo>
                    <a:pt x="6240" y="1"/>
                  </a:moveTo>
                  <a:cubicBezTo>
                    <a:pt x="1275" y="17181"/>
                    <a:pt x="1" y="44625"/>
                    <a:pt x="11347" y="87821"/>
                  </a:cubicBezTo>
                  <a:lnTo>
                    <a:pt x="38244" y="87821"/>
                  </a:lnTo>
                  <a:cubicBezTo>
                    <a:pt x="49519" y="44863"/>
                    <a:pt x="47959" y="17312"/>
                    <a:pt x="42816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3516835" y="1617772"/>
              <a:ext cx="643418" cy="463083"/>
            </a:xfrm>
            <a:custGeom>
              <a:rect b="b" l="l" r="r" t="t"/>
              <a:pathLst>
                <a:path extrusionOk="0" h="26334" w="36589">
                  <a:moveTo>
                    <a:pt x="18441" y="1"/>
                  </a:moveTo>
                  <a:cubicBezTo>
                    <a:pt x="17579" y="1"/>
                    <a:pt x="16717" y="266"/>
                    <a:pt x="15979" y="795"/>
                  </a:cubicBezTo>
                  <a:cubicBezTo>
                    <a:pt x="12014" y="3628"/>
                    <a:pt x="4501" y="10784"/>
                    <a:pt x="0" y="26334"/>
                  </a:cubicBezTo>
                  <a:lnTo>
                    <a:pt x="36588" y="26334"/>
                  </a:lnTo>
                  <a:cubicBezTo>
                    <a:pt x="32064" y="11129"/>
                    <a:pt x="24789" y="3819"/>
                    <a:pt x="21003" y="878"/>
                  </a:cubicBezTo>
                  <a:cubicBezTo>
                    <a:pt x="20247" y="293"/>
                    <a:pt x="19345" y="1"/>
                    <a:pt x="18441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3632620" y="2315367"/>
              <a:ext cx="411858" cy="411841"/>
            </a:xfrm>
            <a:custGeom>
              <a:rect b="b" l="l" r="r" t="t"/>
              <a:pathLst>
                <a:path extrusionOk="0" h="23420" w="23421">
                  <a:moveTo>
                    <a:pt x="11705" y="0"/>
                  </a:moveTo>
                  <a:cubicBezTo>
                    <a:pt x="5239" y="0"/>
                    <a:pt x="1" y="5239"/>
                    <a:pt x="1" y="11704"/>
                  </a:cubicBezTo>
                  <a:cubicBezTo>
                    <a:pt x="1" y="18169"/>
                    <a:pt x="5239" y="23420"/>
                    <a:pt x="11705" y="23420"/>
                  </a:cubicBezTo>
                  <a:cubicBezTo>
                    <a:pt x="18182" y="23420"/>
                    <a:pt x="23420" y="18169"/>
                    <a:pt x="23420" y="11704"/>
                  </a:cubicBezTo>
                  <a:cubicBezTo>
                    <a:pt x="23420" y="5239"/>
                    <a:pt x="18182" y="0"/>
                    <a:pt x="11705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3664661" y="2347408"/>
              <a:ext cx="347568" cy="347568"/>
            </a:xfrm>
            <a:custGeom>
              <a:rect b="b" l="l" r="r" t="t"/>
              <a:pathLst>
                <a:path extrusionOk="0" h="19765" w="19765">
                  <a:moveTo>
                    <a:pt x="9883" y="0"/>
                  </a:moveTo>
                  <a:cubicBezTo>
                    <a:pt x="4429" y="0"/>
                    <a:pt x="0" y="4429"/>
                    <a:pt x="0" y="9882"/>
                  </a:cubicBezTo>
                  <a:cubicBezTo>
                    <a:pt x="0" y="15347"/>
                    <a:pt x="4429" y="19764"/>
                    <a:pt x="9883" y="19764"/>
                  </a:cubicBezTo>
                  <a:cubicBezTo>
                    <a:pt x="15347" y="19764"/>
                    <a:pt x="19765" y="15347"/>
                    <a:pt x="19765" y="9882"/>
                  </a:cubicBezTo>
                  <a:cubicBezTo>
                    <a:pt x="19765" y="4429"/>
                    <a:pt x="15347" y="0"/>
                    <a:pt x="9883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3632620" y="2879221"/>
              <a:ext cx="411858" cy="411858"/>
            </a:xfrm>
            <a:custGeom>
              <a:rect b="b" l="l" r="r" t="t"/>
              <a:pathLst>
                <a:path extrusionOk="0" h="23421" w="23421">
                  <a:moveTo>
                    <a:pt x="11705" y="1"/>
                  </a:moveTo>
                  <a:cubicBezTo>
                    <a:pt x="5239" y="1"/>
                    <a:pt x="1" y="5240"/>
                    <a:pt x="1" y="11705"/>
                  </a:cubicBezTo>
                  <a:cubicBezTo>
                    <a:pt x="1" y="18170"/>
                    <a:pt x="5239" y="23420"/>
                    <a:pt x="11705" y="23420"/>
                  </a:cubicBezTo>
                  <a:cubicBezTo>
                    <a:pt x="18182" y="23420"/>
                    <a:pt x="23420" y="18170"/>
                    <a:pt x="23420" y="11705"/>
                  </a:cubicBezTo>
                  <a:cubicBezTo>
                    <a:pt x="23420" y="5240"/>
                    <a:pt x="18182" y="1"/>
                    <a:pt x="11705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3664661" y="2911262"/>
              <a:ext cx="347568" cy="347568"/>
            </a:xfrm>
            <a:custGeom>
              <a:rect b="b" l="l" r="r" t="t"/>
              <a:pathLst>
                <a:path extrusionOk="0" h="19765" w="19765">
                  <a:moveTo>
                    <a:pt x="9883" y="1"/>
                  </a:moveTo>
                  <a:cubicBezTo>
                    <a:pt x="4429" y="1"/>
                    <a:pt x="0" y="4430"/>
                    <a:pt x="0" y="9883"/>
                  </a:cubicBezTo>
                  <a:cubicBezTo>
                    <a:pt x="0" y="15348"/>
                    <a:pt x="4429" y="19765"/>
                    <a:pt x="9883" y="19765"/>
                  </a:cubicBezTo>
                  <a:cubicBezTo>
                    <a:pt x="15347" y="19765"/>
                    <a:pt x="19765" y="15348"/>
                    <a:pt x="19765" y="9883"/>
                  </a:cubicBezTo>
                  <a:cubicBezTo>
                    <a:pt x="19765" y="4430"/>
                    <a:pt x="15347" y="1"/>
                    <a:pt x="9883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16"/>
          <p:cNvSpPr txBox="1"/>
          <p:nvPr/>
        </p:nvSpPr>
        <p:spPr>
          <a:xfrm>
            <a:off x="6689675" y="3712326"/>
            <a:ext cx="1884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Многократна употреба</a:t>
            </a:r>
            <a:endParaRPr sz="1700">
              <a:solidFill>
                <a:schemeClr val="accent6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83" name="Google Shape;183;p16"/>
          <p:cNvGrpSpPr/>
          <p:nvPr/>
        </p:nvGrpSpPr>
        <p:grpSpPr>
          <a:xfrm>
            <a:off x="727275" y="3486289"/>
            <a:ext cx="1884600" cy="964500"/>
            <a:chOff x="727275" y="3551800"/>
            <a:chExt cx="1884600" cy="964500"/>
          </a:xfrm>
        </p:grpSpPr>
        <p:sp>
          <p:nvSpPr>
            <p:cNvPr id="184" name="Google Shape;184;p16"/>
            <p:cNvSpPr txBox="1"/>
            <p:nvPr/>
          </p:nvSpPr>
          <p:spPr>
            <a:xfrm>
              <a:off x="727275" y="3551800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Flight computer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727275" y="3981400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Amatic SC"/>
                  <a:ea typeface="Amatic SC"/>
                  <a:cs typeface="Amatic SC"/>
                  <a:sym typeface="Amatic SC"/>
                </a:rPr>
                <a:t>Чете сензорните данни по време на полета и ги изпраща на наземния контрол </a:t>
              </a:r>
              <a:endParaRPr b="1">
                <a:latin typeface="Amatic SC"/>
                <a:ea typeface="Amatic SC"/>
                <a:cs typeface="Amatic SC"/>
                <a:sym typeface="Amatic SC"/>
              </a:endParaRPr>
            </a:p>
          </p:txBody>
        </p:sp>
      </p:grpSp>
      <p:grpSp>
        <p:nvGrpSpPr>
          <p:cNvPr id="186" name="Google Shape;186;p16"/>
          <p:cNvGrpSpPr/>
          <p:nvPr/>
        </p:nvGrpSpPr>
        <p:grpSpPr>
          <a:xfrm>
            <a:off x="717800" y="2460216"/>
            <a:ext cx="1884600" cy="826775"/>
            <a:chOff x="717800" y="2536231"/>
            <a:chExt cx="1884600" cy="826775"/>
          </a:xfrm>
        </p:grpSpPr>
        <p:sp>
          <p:nvSpPr>
            <p:cNvPr id="187" name="Google Shape;187;p16"/>
            <p:cNvSpPr txBox="1"/>
            <p:nvPr/>
          </p:nvSpPr>
          <p:spPr>
            <a:xfrm>
              <a:off x="717800" y="2536231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GPS 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88" name="Google Shape;188;p16"/>
            <p:cNvSpPr txBox="1"/>
            <p:nvPr/>
          </p:nvSpPr>
          <p:spPr>
            <a:xfrm>
              <a:off x="717800" y="2828106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Amatic SC"/>
                  <a:ea typeface="Amatic SC"/>
                  <a:cs typeface="Amatic SC"/>
                  <a:sym typeface="Amatic SC"/>
                </a:rPr>
                <a:t>С</a:t>
              </a:r>
              <a:r>
                <a:rPr b="1" lang="en">
                  <a:latin typeface="Amatic SC"/>
                  <a:ea typeface="Amatic SC"/>
                  <a:cs typeface="Amatic SC"/>
                  <a:sym typeface="Amatic SC"/>
                </a:rPr>
                <a:t>леди</a:t>
              </a:r>
              <a:r>
                <a:rPr b="1" lang="en">
                  <a:latin typeface="Amatic SC"/>
                  <a:ea typeface="Amatic SC"/>
                  <a:cs typeface="Amatic SC"/>
                  <a:sym typeface="Amatic SC"/>
                </a:rPr>
                <a:t> траекторията и позицията на ракетата </a:t>
              </a:r>
              <a:endParaRPr b="1">
                <a:latin typeface="Amatic SC"/>
                <a:ea typeface="Amatic SC"/>
                <a:cs typeface="Amatic SC"/>
                <a:sym typeface="Amatic SC"/>
              </a:endParaRPr>
            </a:p>
          </p:txBody>
        </p:sp>
      </p:grpSp>
      <p:grpSp>
        <p:nvGrpSpPr>
          <p:cNvPr id="189" name="Google Shape;189;p16"/>
          <p:cNvGrpSpPr/>
          <p:nvPr/>
        </p:nvGrpSpPr>
        <p:grpSpPr>
          <a:xfrm>
            <a:off x="6454775" y="2460225"/>
            <a:ext cx="2119500" cy="964500"/>
            <a:chOff x="6454775" y="2536240"/>
            <a:chExt cx="2119500" cy="964500"/>
          </a:xfrm>
        </p:grpSpPr>
        <p:sp>
          <p:nvSpPr>
            <p:cNvPr id="190" name="Google Shape;190;p16"/>
            <p:cNvSpPr txBox="1"/>
            <p:nvPr/>
          </p:nvSpPr>
          <p:spPr>
            <a:xfrm>
              <a:off x="6454775" y="2536240"/>
              <a:ext cx="21195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Контролен софтуер</a:t>
              </a:r>
              <a:endParaRPr sz="17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91" name="Google Shape;191;p16"/>
            <p:cNvSpPr txBox="1"/>
            <p:nvPr/>
          </p:nvSpPr>
          <p:spPr>
            <a:xfrm>
              <a:off x="6454775" y="2965840"/>
              <a:ext cx="21195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Amatic SC"/>
                  <a:ea typeface="Amatic SC"/>
                  <a:cs typeface="Amatic SC"/>
                  <a:sym typeface="Amatic SC"/>
                </a:rPr>
                <a:t>Софтуер за следене на сензорните </a:t>
              </a:r>
              <a:r>
                <a:rPr b="1" lang="en">
                  <a:latin typeface="Amatic SC"/>
                  <a:ea typeface="Amatic SC"/>
                  <a:cs typeface="Amatic SC"/>
                  <a:sym typeface="Amatic SC"/>
                </a:rPr>
                <a:t>данни и параметри на полета</a:t>
              </a: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2" name="Google Shape;192;p16"/>
          <p:cNvGrpSpPr/>
          <p:nvPr/>
        </p:nvGrpSpPr>
        <p:grpSpPr>
          <a:xfrm>
            <a:off x="728025" y="1434181"/>
            <a:ext cx="1884600" cy="846750"/>
            <a:chOff x="717800" y="1520688"/>
            <a:chExt cx="1884600" cy="846750"/>
          </a:xfrm>
        </p:grpSpPr>
        <p:sp>
          <p:nvSpPr>
            <p:cNvPr id="193" name="Google Shape;193;p16"/>
            <p:cNvSpPr txBox="1"/>
            <p:nvPr/>
          </p:nvSpPr>
          <p:spPr>
            <a:xfrm>
              <a:off x="717800" y="1520688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Ракетен двигател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94" name="Google Shape;194;p16"/>
            <p:cNvSpPr txBox="1"/>
            <p:nvPr/>
          </p:nvSpPr>
          <p:spPr>
            <a:xfrm>
              <a:off x="717800" y="1832537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Amatic SC"/>
                  <a:ea typeface="Amatic SC"/>
                  <a:cs typeface="Amatic SC"/>
                  <a:sym typeface="Amatic SC"/>
                </a:rPr>
                <a:t>Твърд двигател, който се подменя след всеки полет</a:t>
              </a:r>
              <a:endParaRPr sz="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5" name="Google Shape;195;p16"/>
          <p:cNvGrpSpPr/>
          <p:nvPr/>
        </p:nvGrpSpPr>
        <p:grpSpPr>
          <a:xfrm>
            <a:off x="6572213" y="1381031"/>
            <a:ext cx="1884613" cy="899887"/>
            <a:chOff x="6572213" y="1466738"/>
            <a:chExt cx="1884613" cy="899887"/>
          </a:xfrm>
        </p:grpSpPr>
        <p:sp>
          <p:nvSpPr>
            <p:cNvPr id="196" name="Google Shape;196;p16"/>
            <p:cNvSpPr txBox="1"/>
            <p:nvPr/>
          </p:nvSpPr>
          <p:spPr>
            <a:xfrm>
              <a:off x="6572213" y="1831725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Amatic SC"/>
                  <a:ea typeface="Amatic SC"/>
                  <a:cs typeface="Amatic SC"/>
                  <a:sym typeface="Amatic SC"/>
                </a:rPr>
                <a:t>Температура, влажност, височина, налягане, скорост, ускорение, положение и камера</a:t>
              </a:r>
              <a:endParaRPr b="1" sz="1053">
                <a:latin typeface="Amatic SC"/>
                <a:ea typeface="Amatic SC"/>
                <a:cs typeface="Amatic SC"/>
                <a:sym typeface="Amatic SC"/>
              </a:endParaRPr>
            </a:p>
          </p:txBody>
        </p:sp>
        <p:sp>
          <p:nvSpPr>
            <p:cNvPr id="197" name="Google Shape;197;p16"/>
            <p:cNvSpPr txBox="1"/>
            <p:nvPr/>
          </p:nvSpPr>
          <p:spPr>
            <a:xfrm>
              <a:off x="6572225" y="1466738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Сензори и камера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98" name="Google Shape;198;p16"/>
          <p:cNvGrpSpPr/>
          <p:nvPr/>
        </p:nvGrpSpPr>
        <p:grpSpPr>
          <a:xfrm>
            <a:off x="3215026" y="3740526"/>
            <a:ext cx="257045" cy="257005"/>
            <a:chOff x="2685825" y="840375"/>
            <a:chExt cx="481900" cy="481825"/>
          </a:xfrm>
        </p:grpSpPr>
        <p:sp>
          <p:nvSpPr>
            <p:cNvPr id="199" name="Google Shape;199;p16"/>
            <p:cNvSpPr/>
            <p:nvPr/>
          </p:nvSpPr>
          <p:spPr>
            <a:xfrm>
              <a:off x="2685825" y="840375"/>
              <a:ext cx="481900" cy="481825"/>
            </a:xfrm>
            <a:custGeom>
              <a:rect b="b" l="l" r="r" t="t"/>
              <a:pathLst>
                <a:path extrusionOk="0" h="19273" w="19276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2819200" y="98340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01" name="Google Shape;201;p16"/>
          <p:cNvGrpSpPr/>
          <p:nvPr/>
        </p:nvGrpSpPr>
        <p:grpSpPr>
          <a:xfrm>
            <a:off x="5644160" y="1774624"/>
            <a:ext cx="265473" cy="257486"/>
            <a:chOff x="3270675" y="841800"/>
            <a:chExt cx="497700" cy="482725"/>
          </a:xfrm>
        </p:grpSpPr>
        <p:sp>
          <p:nvSpPr>
            <p:cNvPr id="202" name="Google Shape;202;p16"/>
            <p:cNvSpPr/>
            <p:nvPr/>
          </p:nvSpPr>
          <p:spPr>
            <a:xfrm>
              <a:off x="3270675" y="902000"/>
              <a:ext cx="447125" cy="422525"/>
            </a:xfrm>
            <a:custGeom>
              <a:rect b="b" l="l" r="r" t="t"/>
              <a:pathLst>
                <a:path extrusionOk="0" h="16901" w="17885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3" name="Google Shape;203;p16"/>
            <p:cNvSpPr/>
            <p:nvPr/>
          </p:nvSpPr>
          <p:spPr>
            <a:xfrm>
              <a:off x="3385250" y="841800"/>
              <a:ext cx="279700" cy="220925"/>
            </a:xfrm>
            <a:custGeom>
              <a:rect b="b" l="l" r="r" t="t"/>
              <a:pathLst>
                <a:path extrusionOk="0" h="8837" w="11188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3530100" y="924750"/>
              <a:ext cx="238275" cy="250200"/>
            </a:xfrm>
            <a:custGeom>
              <a:rect b="b" l="l" r="r" t="t"/>
              <a:pathLst>
                <a:path extrusionOk="0" h="10008" w="9531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05" name="Google Shape;205;p16"/>
          <p:cNvSpPr/>
          <p:nvPr/>
        </p:nvSpPr>
        <p:spPr>
          <a:xfrm>
            <a:off x="2895966" y="2781617"/>
            <a:ext cx="257005" cy="240950"/>
          </a:xfrm>
          <a:custGeom>
            <a:rect b="b" l="l" r="r" t="t"/>
            <a:pathLst>
              <a:path extrusionOk="0" h="18069" w="19273">
                <a:moveTo>
                  <a:pt x="5456" y="7679"/>
                </a:moveTo>
                <a:cubicBezTo>
                  <a:pt x="6294" y="7679"/>
                  <a:pt x="6715" y="8694"/>
                  <a:pt x="6122" y="9284"/>
                </a:cubicBezTo>
                <a:cubicBezTo>
                  <a:pt x="5930" y="9476"/>
                  <a:pt x="5694" y="9562"/>
                  <a:pt x="5462" y="9562"/>
                </a:cubicBezTo>
                <a:cubicBezTo>
                  <a:pt x="4979" y="9562"/>
                  <a:pt x="4517" y="9188"/>
                  <a:pt x="4517" y="8622"/>
                </a:cubicBezTo>
                <a:cubicBezTo>
                  <a:pt x="4517" y="8101"/>
                  <a:pt x="4936" y="7679"/>
                  <a:pt x="5456" y="7679"/>
                </a:cubicBezTo>
                <a:close/>
                <a:moveTo>
                  <a:pt x="9636" y="7679"/>
                </a:moveTo>
                <a:cubicBezTo>
                  <a:pt x="10473" y="7679"/>
                  <a:pt x="10892" y="8694"/>
                  <a:pt x="10299" y="9284"/>
                </a:cubicBezTo>
                <a:cubicBezTo>
                  <a:pt x="10107" y="9476"/>
                  <a:pt x="9872" y="9562"/>
                  <a:pt x="9640" y="9562"/>
                </a:cubicBezTo>
                <a:cubicBezTo>
                  <a:pt x="9157" y="9562"/>
                  <a:pt x="8694" y="9188"/>
                  <a:pt x="8694" y="8622"/>
                </a:cubicBezTo>
                <a:cubicBezTo>
                  <a:pt x="8694" y="8101"/>
                  <a:pt x="9115" y="7679"/>
                  <a:pt x="9636" y="7679"/>
                </a:cubicBezTo>
                <a:close/>
                <a:moveTo>
                  <a:pt x="13813" y="7679"/>
                </a:moveTo>
                <a:cubicBezTo>
                  <a:pt x="14650" y="7679"/>
                  <a:pt x="15071" y="8694"/>
                  <a:pt x="14478" y="9284"/>
                </a:cubicBezTo>
                <a:cubicBezTo>
                  <a:pt x="14286" y="9476"/>
                  <a:pt x="14050" y="9562"/>
                  <a:pt x="13819" y="9562"/>
                </a:cubicBezTo>
                <a:cubicBezTo>
                  <a:pt x="13336" y="9562"/>
                  <a:pt x="12873" y="9188"/>
                  <a:pt x="12873" y="8622"/>
                </a:cubicBezTo>
                <a:cubicBezTo>
                  <a:pt x="12873" y="8101"/>
                  <a:pt x="13292" y="7679"/>
                  <a:pt x="13813" y="7679"/>
                </a:cubicBezTo>
                <a:close/>
                <a:moveTo>
                  <a:pt x="9597" y="1"/>
                </a:moveTo>
                <a:cubicBezTo>
                  <a:pt x="4303" y="1"/>
                  <a:pt x="0" y="3801"/>
                  <a:pt x="0" y="8471"/>
                </a:cubicBezTo>
                <a:cubicBezTo>
                  <a:pt x="0" y="10444"/>
                  <a:pt x="780" y="12356"/>
                  <a:pt x="2201" y="13870"/>
                </a:cubicBezTo>
                <a:cubicBezTo>
                  <a:pt x="2481" y="15033"/>
                  <a:pt x="2138" y="16258"/>
                  <a:pt x="1292" y="17104"/>
                </a:cubicBezTo>
                <a:cubicBezTo>
                  <a:pt x="940" y="17460"/>
                  <a:pt x="1190" y="18068"/>
                  <a:pt x="1692" y="18068"/>
                </a:cubicBezTo>
                <a:cubicBezTo>
                  <a:pt x="3300" y="18065"/>
                  <a:pt x="4845" y="17442"/>
                  <a:pt x="6005" y="16328"/>
                </a:cubicBezTo>
                <a:cubicBezTo>
                  <a:pt x="7150" y="16731"/>
                  <a:pt x="8357" y="16939"/>
                  <a:pt x="9571" y="16939"/>
                </a:cubicBezTo>
                <a:cubicBezTo>
                  <a:pt x="9579" y="16939"/>
                  <a:pt x="9588" y="16939"/>
                  <a:pt x="9597" y="16939"/>
                </a:cubicBezTo>
                <a:cubicBezTo>
                  <a:pt x="14891" y="16939"/>
                  <a:pt x="19272" y="13139"/>
                  <a:pt x="19272" y="8471"/>
                </a:cubicBezTo>
                <a:cubicBezTo>
                  <a:pt x="19272" y="3801"/>
                  <a:pt x="14891" y="1"/>
                  <a:pt x="95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206" name="Google Shape;206;p16"/>
          <p:cNvGrpSpPr/>
          <p:nvPr/>
        </p:nvGrpSpPr>
        <p:grpSpPr>
          <a:xfrm>
            <a:off x="5991044" y="2773590"/>
            <a:ext cx="257005" cy="257005"/>
            <a:chOff x="3271200" y="1435075"/>
            <a:chExt cx="481825" cy="481825"/>
          </a:xfrm>
        </p:grpSpPr>
        <p:sp>
          <p:nvSpPr>
            <p:cNvPr id="207" name="Google Shape;207;p16"/>
            <p:cNvSpPr/>
            <p:nvPr/>
          </p:nvSpPr>
          <p:spPr>
            <a:xfrm>
              <a:off x="3271200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8" name="Google Shape;208;p16"/>
            <p:cNvSpPr/>
            <p:nvPr/>
          </p:nvSpPr>
          <p:spPr>
            <a:xfrm>
              <a:off x="3356575" y="1520525"/>
              <a:ext cx="311000" cy="311025"/>
            </a:xfrm>
            <a:custGeom>
              <a:rect b="b" l="l" r="r" t="t"/>
              <a:pathLst>
                <a:path extrusionOk="0" h="12441" w="1244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09" name="Google Shape;209;p16"/>
          <p:cNvGrpSpPr/>
          <p:nvPr/>
        </p:nvGrpSpPr>
        <p:grpSpPr>
          <a:xfrm>
            <a:off x="3213785" y="1774857"/>
            <a:ext cx="259526" cy="257019"/>
            <a:chOff x="5049725" y="1435050"/>
            <a:chExt cx="486550" cy="481850"/>
          </a:xfrm>
        </p:grpSpPr>
        <p:sp>
          <p:nvSpPr>
            <p:cNvPr id="210" name="Google Shape;210;p16"/>
            <p:cNvSpPr/>
            <p:nvPr/>
          </p:nvSpPr>
          <p:spPr>
            <a:xfrm>
              <a:off x="5136300" y="1519775"/>
              <a:ext cx="310550" cy="310550"/>
            </a:xfrm>
            <a:custGeom>
              <a:rect b="b" l="l" r="r" t="t"/>
              <a:pathLst>
                <a:path extrusionOk="0" h="12422" w="12422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5184925" y="157625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5049725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5245825" y="1435050"/>
              <a:ext cx="290450" cy="282350"/>
            </a:xfrm>
            <a:custGeom>
              <a:rect b="b" l="l" r="r" t="t"/>
              <a:pathLst>
                <a:path extrusionOk="0" h="11294" w="11618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14" name="Google Shape;214;p16"/>
          <p:cNvGrpSpPr/>
          <p:nvPr/>
        </p:nvGrpSpPr>
        <p:grpSpPr>
          <a:xfrm>
            <a:off x="5650808" y="3742941"/>
            <a:ext cx="252178" cy="252178"/>
            <a:chOff x="6239925" y="2032450"/>
            <a:chExt cx="472775" cy="472775"/>
          </a:xfrm>
        </p:grpSpPr>
        <p:sp>
          <p:nvSpPr>
            <p:cNvPr id="215" name="Google Shape;215;p16"/>
            <p:cNvSpPr/>
            <p:nvPr/>
          </p:nvSpPr>
          <p:spPr>
            <a:xfrm>
              <a:off x="6239925" y="2032450"/>
              <a:ext cx="472775" cy="472775"/>
            </a:xfrm>
            <a:custGeom>
              <a:rect b="b" l="l" r="r" t="t"/>
              <a:pathLst>
                <a:path extrusionOk="0" h="18911" w="18911">
                  <a:moveTo>
                    <a:pt x="9455" y="2466"/>
                  </a:moveTo>
                  <a:cubicBezTo>
                    <a:pt x="13307" y="2466"/>
                    <a:pt x="16442" y="5601"/>
                    <a:pt x="16442" y="9456"/>
                  </a:cubicBezTo>
                  <a:cubicBezTo>
                    <a:pt x="16442" y="13310"/>
                    <a:pt x="13307" y="16445"/>
                    <a:pt x="9455" y="16445"/>
                  </a:cubicBezTo>
                  <a:cubicBezTo>
                    <a:pt x="5601" y="16445"/>
                    <a:pt x="2466" y="13310"/>
                    <a:pt x="2466" y="9456"/>
                  </a:cubicBezTo>
                  <a:cubicBezTo>
                    <a:pt x="2466" y="5601"/>
                    <a:pt x="5601" y="2466"/>
                    <a:pt x="9455" y="2466"/>
                  </a:cubicBezTo>
                  <a:close/>
                  <a:moveTo>
                    <a:pt x="9455" y="0"/>
                  </a:moveTo>
                  <a:cubicBezTo>
                    <a:pt x="4228" y="0"/>
                    <a:pt x="0" y="4228"/>
                    <a:pt x="0" y="9456"/>
                  </a:cubicBezTo>
                  <a:cubicBezTo>
                    <a:pt x="0" y="14683"/>
                    <a:pt x="4228" y="18911"/>
                    <a:pt x="9455" y="18911"/>
                  </a:cubicBezTo>
                  <a:cubicBezTo>
                    <a:pt x="14680" y="18911"/>
                    <a:pt x="18911" y="14683"/>
                    <a:pt x="18911" y="9456"/>
                  </a:cubicBezTo>
                  <a:cubicBezTo>
                    <a:pt x="18911" y="4231"/>
                    <a:pt x="14680" y="0"/>
                    <a:pt x="94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6" name="Google Shape;216;p16"/>
            <p:cNvSpPr/>
            <p:nvPr/>
          </p:nvSpPr>
          <p:spPr>
            <a:xfrm>
              <a:off x="6329800" y="2122325"/>
              <a:ext cx="292950" cy="293025"/>
            </a:xfrm>
            <a:custGeom>
              <a:rect b="b" l="l" r="r" t="t"/>
              <a:pathLst>
                <a:path extrusionOk="0" h="11721" w="11718">
                  <a:moveTo>
                    <a:pt x="5860" y="1043"/>
                  </a:moveTo>
                  <a:cubicBezTo>
                    <a:pt x="6171" y="1043"/>
                    <a:pt x="6424" y="1295"/>
                    <a:pt x="6424" y="1609"/>
                  </a:cubicBezTo>
                  <a:lnTo>
                    <a:pt x="6424" y="2542"/>
                  </a:lnTo>
                  <a:cubicBezTo>
                    <a:pt x="7264" y="2792"/>
                    <a:pt x="7839" y="3566"/>
                    <a:pt x="7842" y="4442"/>
                  </a:cubicBezTo>
                  <a:cubicBezTo>
                    <a:pt x="7842" y="4755"/>
                    <a:pt x="7589" y="5008"/>
                    <a:pt x="7276" y="5008"/>
                  </a:cubicBezTo>
                  <a:cubicBezTo>
                    <a:pt x="6966" y="5008"/>
                    <a:pt x="6713" y="4755"/>
                    <a:pt x="6713" y="4442"/>
                  </a:cubicBezTo>
                  <a:cubicBezTo>
                    <a:pt x="6713" y="3929"/>
                    <a:pt x="6292" y="3588"/>
                    <a:pt x="5853" y="3588"/>
                  </a:cubicBezTo>
                  <a:cubicBezTo>
                    <a:pt x="5644" y="3588"/>
                    <a:pt x="5429" y="3666"/>
                    <a:pt x="5255" y="3840"/>
                  </a:cubicBezTo>
                  <a:cubicBezTo>
                    <a:pt x="4719" y="4376"/>
                    <a:pt x="5099" y="5297"/>
                    <a:pt x="5860" y="5297"/>
                  </a:cubicBezTo>
                  <a:cubicBezTo>
                    <a:pt x="5862" y="5297"/>
                    <a:pt x="5865" y="5297"/>
                    <a:pt x="5867" y="5297"/>
                  </a:cubicBezTo>
                  <a:cubicBezTo>
                    <a:pt x="6849" y="5297"/>
                    <a:pt x="7680" y="6019"/>
                    <a:pt x="7821" y="6993"/>
                  </a:cubicBezTo>
                  <a:cubicBezTo>
                    <a:pt x="7962" y="7968"/>
                    <a:pt x="7369" y="8899"/>
                    <a:pt x="6424" y="9179"/>
                  </a:cubicBezTo>
                  <a:lnTo>
                    <a:pt x="6424" y="10115"/>
                  </a:lnTo>
                  <a:cubicBezTo>
                    <a:pt x="6424" y="10426"/>
                    <a:pt x="6171" y="10679"/>
                    <a:pt x="5860" y="10679"/>
                  </a:cubicBezTo>
                  <a:cubicBezTo>
                    <a:pt x="5547" y="10679"/>
                    <a:pt x="5294" y="10426"/>
                    <a:pt x="5294" y="10115"/>
                  </a:cubicBezTo>
                  <a:lnTo>
                    <a:pt x="5294" y="9179"/>
                  </a:lnTo>
                  <a:cubicBezTo>
                    <a:pt x="4454" y="8929"/>
                    <a:pt x="3879" y="8155"/>
                    <a:pt x="3876" y="7279"/>
                  </a:cubicBezTo>
                  <a:cubicBezTo>
                    <a:pt x="3876" y="6966"/>
                    <a:pt x="4129" y="6713"/>
                    <a:pt x="4442" y="6713"/>
                  </a:cubicBezTo>
                  <a:cubicBezTo>
                    <a:pt x="4752" y="6713"/>
                    <a:pt x="5005" y="6966"/>
                    <a:pt x="5005" y="7279"/>
                  </a:cubicBezTo>
                  <a:cubicBezTo>
                    <a:pt x="5005" y="7792"/>
                    <a:pt x="5426" y="8133"/>
                    <a:pt x="5865" y="8133"/>
                  </a:cubicBezTo>
                  <a:cubicBezTo>
                    <a:pt x="6074" y="8133"/>
                    <a:pt x="6288" y="8055"/>
                    <a:pt x="6463" y="7881"/>
                  </a:cubicBezTo>
                  <a:cubicBezTo>
                    <a:pt x="6999" y="7345"/>
                    <a:pt x="6619" y="6427"/>
                    <a:pt x="5860" y="6427"/>
                  </a:cubicBezTo>
                  <a:cubicBezTo>
                    <a:pt x="4873" y="6427"/>
                    <a:pt x="4039" y="5704"/>
                    <a:pt x="3897" y="4728"/>
                  </a:cubicBezTo>
                  <a:cubicBezTo>
                    <a:pt x="3756" y="3753"/>
                    <a:pt x="4349" y="2822"/>
                    <a:pt x="5294" y="2542"/>
                  </a:cubicBezTo>
                  <a:lnTo>
                    <a:pt x="5294" y="1609"/>
                  </a:lnTo>
                  <a:cubicBezTo>
                    <a:pt x="5294" y="1295"/>
                    <a:pt x="5547" y="1043"/>
                    <a:pt x="5860" y="1043"/>
                  </a:cubicBezTo>
                  <a:close/>
                  <a:moveTo>
                    <a:pt x="5860" y="1"/>
                  </a:moveTo>
                  <a:cubicBezTo>
                    <a:pt x="2629" y="1"/>
                    <a:pt x="1" y="2629"/>
                    <a:pt x="1" y="5861"/>
                  </a:cubicBezTo>
                  <a:cubicBezTo>
                    <a:pt x="1" y="9092"/>
                    <a:pt x="2629" y="11720"/>
                    <a:pt x="5860" y="11720"/>
                  </a:cubicBezTo>
                  <a:cubicBezTo>
                    <a:pt x="9088" y="11720"/>
                    <a:pt x="11717" y="9092"/>
                    <a:pt x="11717" y="5861"/>
                  </a:cubicBezTo>
                  <a:cubicBezTo>
                    <a:pt x="11717" y="2629"/>
                    <a:pt x="9088" y="1"/>
                    <a:pt x="58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17" name="Google Shape;217;p16"/>
          <p:cNvSpPr txBox="1"/>
          <p:nvPr/>
        </p:nvSpPr>
        <p:spPr>
          <a:xfrm>
            <a:off x="6049450" y="4115850"/>
            <a:ext cx="25248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Парашут и сменяем двигател, които ни позволява да използваме ракетата многократно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/>
          <p:cNvSpPr txBox="1"/>
          <p:nvPr>
            <p:ph type="title"/>
          </p:nvPr>
        </p:nvSpPr>
        <p:spPr>
          <a:xfrm>
            <a:off x="717800" y="537175"/>
            <a:ext cx="30777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Хардуерна реализация</a:t>
            </a:r>
            <a:endParaRPr/>
          </a:p>
        </p:txBody>
      </p:sp>
      <p:grpSp>
        <p:nvGrpSpPr>
          <p:cNvPr id="223" name="Google Shape;223;p17"/>
          <p:cNvGrpSpPr/>
          <p:nvPr/>
        </p:nvGrpSpPr>
        <p:grpSpPr>
          <a:xfrm>
            <a:off x="4572000" y="4071300"/>
            <a:ext cx="4102000" cy="534900"/>
            <a:chOff x="4572000" y="3918900"/>
            <a:chExt cx="4102000" cy="534900"/>
          </a:xfrm>
        </p:grpSpPr>
        <p:sp>
          <p:nvSpPr>
            <p:cNvPr id="224" name="Google Shape;224;p17"/>
            <p:cNvSpPr/>
            <p:nvPr/>
          </p:nvSpPr>
          <p:spPr>
            <a:xfrm flipH="1">
              <a:off x="4572000" y="3949550"/>
              <a:ext cx="1918725" cy="473600"/>
            </a:xfrm>
            <a:custGeom>
              <a:rect b="b" l="l" r="r" t="t"/>
              <a:pathLst>
                <a:path extrusionOk="0" h="18944" w="76749">
                  <a:moveTo>
                    <a:pt x="10264" y="1"/>
                  </a:moveTo>
                  <a:lnTo>
                    <a:pt x="1" y="9466"/>
                  </a:lnTo>
                  <a:lnTo>
                    <a:pt x="10264" y="18944"/>
                  </a:lnTo>
                  <a:lnTo>
                    <a:pt x="76749" y="18944"/>
                  </a:lnTo>
                  <a:lnTo>
                    <a:pt x="767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27430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Двигател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25" name="Google Shape;225;p17"/>
            <p:cNvSpPr txBox="1"/>
            <p:nvPr/>
          </p:nvSpPr>
          <p:spPr>
            <a:xfrm>
              <a:off x="6541600" y="3918900"/>
              <a:ext cx="21324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latin typeface="Amatic SC"/>
                  <a:ea typeface="Amatic SC"/>
                  <a:cs typeface="Amatic SC"/>
                  <a:sym typeface="Amatic SC"/>
                </a:rPr>
                <a:t>Твърдия двигател, който движи ракетата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6" name="Google Shape;226;p17"/>
          <p:cNvGrpSpPr/>
          <p:nvPr/>
        </p:nvGrpSpPr>
        <p:grpSpPr>
          <a:xfrm>
            <a:off x="717800" y="3538364"/>
            <a:ext cx="3854200" cy="534900"/>
            <a:chOff x="717800" y="3385964"/>
            <a:chExt cx="3854200" cy="534900"/>
          </a:xfrm>
        </p:grpSpPr>
        <p:sp>
          <p:nvSpPr>
            <p:cNvPr id="227" name="Google Shape;227;p17"/>
            <p:cNvSpPr/>
            <p:nvPr/>
          </p:nvSpPr>
          <p:spPr>
            <a:xfrm>
              <a:off x="2653275" y="3416625"/>
              <a:ext cx="1918725" cy="473600"/>
            </a:xfrm>
            <a:custGeom>
              <a:rect b="b" l="l" r="r" t="t"/>
              <a:pathLst>
                <a:path extrusionOk="0" h="18944" w="76749">
                  <a:moveTo>
                    <a:pt x="10264" y="1"/>
                  </a:moveTo>
                  <a:lnTo>
                    <a:pt x="1" y="9466"/>
                  </a:lnTo>
                  <a:lnTo>
                    <a:pt x="10264" y="18944"/>
                  </a:lnTo>
                  <a:lnTo>
                    <a:pt x="76749" y="18944"/>
                  </a:lnTo>
                  <a:lnTo>
                    <a:pt x="767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27430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Корпус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28" name="Google Shape;228;p17"/>
            <p:cNvSpPr txBox="1"/>
            <p:nvPr/>
          </p:nvSpPr>
          <p:spPr>
            <a:xfrm>
              <a:off x="717800" y="3385964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latin typeface="Amatic SC"/>
                  <a:ea typeface="Amatic SC"/>
                  <a:cs typeface="Amatic SC"/>
                  <a:sym typeface="Amatic SC"/>
                </a:rPr>
                <a:t>Позволява за отваряне на парашута в края на полета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9" name="Google Shape;229;p17"/>
          <p:cNvGrpSpPr/>
          <p:nvPr/>
        </p:nvGrpSpPr>
        <p:grpSpPr>
          <a:xfrm>
            <a:off x="717800" y="2472516"/>
            <a:ext cx="3854200" cy="534900"/>
            <a:chOff x="717800" y="2320116"/>
            <a:chExt cx="3854200" cy="534900"/>
          </a:xfrm>
        </p:grpSpPr>
        <p:sp>
          <p:nvSpPr>
            <p:cNvPr id="230" name="Google Shape;230;p17"/>
            <p:cNvSpPr/>
            <p:nvPr/>
          </p:nvSpPr>
          <p:spPr>
            <a:xfrm>
              <a:off x="2653275" y="2350775"/>
              <a:ext cx="1918725" cy="473600"/>
            </a:xfrm>
            <a:custGeom>
              <a:rect b="b" l="l" r="r" t="t"/>
              <a:pathLst>
                <a:path extrusionOk="0" h="18944" w="76749">
                  <a:moveTo>
                    <a:pt x="10264" y="1"/>
                  </a:moveTo>
                  <a:lnTo>
                    <a:pt x="1" y="9466"/>
                  </a:lnTo>
                  <a:lnTo>
                    <a:pt x="10264" y="18944"/>
                  </a:lnTo>
                  <a:lnTo>
                    <a:pt x="76749" y="18944"/>
                  </a:lnTo>
                  <a:lnTo>
                    <a:pt x="767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27430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Сензори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31" name="Google Shape;231;p17"/>
            <p:cNvSpPr txBox="1"/>
            <p:nvPr/>
          </p:nvSpPr>
          <p:spPr>
            <a:xfrm>
              <a:off x="717800" y="2320116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 u="sng">
                  <a:latin typeface="Amatic SC"/>
                  <a:ea typeface="Amatic SC"/>
                  <a:cs typeface="Amatic SC"/>
                  <a:sym typeface="Amatic SC"/>
                </a:rPr>
                <a:t>MPU9250</a:t>
              </a:r>
              <a:r>
                <a:rPr b="1" lang="en" sz="1500">
                  <a:latin typeface="Amatic SC"/>
                  <a:ea typeface="Amatic SC"/>
                  <a:cs typeface="Amatic SC"/>
                  <a:sym typeface="Amatic SC"/>
                </a:rPr>
                <a:t>: Жироскоп, акселерометър и компас</a:t>
              </a:r>
              <a:br>
                <a:rPr b="1" lang="en" sz="1500">
                  <a:latin typeface="Amatic SC"/>
                  <a:ea typeface="Amatic SC"/>
                  <a:cs typeface="Amatic SC"/>
                  <a:sym typeface="Amatic SC"/>
                </a:rPr>
              </a:br>
              <a:r>
                <a:rPr b="1" lang="en" sz="1500" u="sng">
                  <a:latin typeface="Amatic SC"/>
                  <a:ea typeface="Amatic SC"/>
                  <a:cs typeface="Amatic SC"/>
                  <a:sym typeface="Amatic SC"/>
                </a:rPr>
                <a:t>BMP390</a:t>
              </a:r>
              <a:r>
                <a:rPr b="1" lang="en" sz="1500">
                  <a:latin typeface="Amatic SC"/>
                  <a:ea typeface="Amatic SC"/>
                  <a:cs typeface="Amatic SC"/>
                  <a:sym typeface="Amatic SC"/>
                </a:rPr>
                <a:t>:  температура, влажност, налягане и височина </a:t>
              </a:r>
              <a:endParaRPr b="1" sz="1500">
                <a:latin typeface="Amatic SC"/>
                <a:ea typeface="Amatic SC"/>
                <a:cs typeface="Amatic SC"/>
                <a:sym typeface="Amatic SC"/>
              </a:endParaRPr>
            </a:p>
          </p:txBody>
        </p:sp>
      </p:grpSp>
      <p:grpSp>
        <p:nvGrpSpPr>
          <p:cNvPr id="232" name="Google Shape;232;p17"/>
          <p:cNvGrpSpPr/>
          <p:nvPr/>
        </p:nvGrpSpPr>
        <p:grpSpPr>
          <a:xfrm>
            <a:off x="4567400" y="3005450"/>
            <a:ext cx="4135927" cy="534900"/>
            <a:chOff x="4572000" y="2853050"/>
            <a:chExt cx="4135927" cy="534900"/>
          </a:xfrm>
        </p:grpSpPr>
        <p:sp>
          <p:nvSpPr>
            <p:cNvPr id="233" name="Google Shape;233;p17"/>
            <p:cNvSpPr/>
            <p:nvPr/>
          </p:nvSpPr>
          <p:spPr>
            <a:xfrm flipH="1">
              <a:off x="4572000" y="2883700"/>
              <a:ext cx="1918725" cy="473600"/>
            </a:xfrm>
            <a:custGeom>
              <a:rect b="b" l="l" r="r" t="t"/>
              <a:pathLst>
                <a:path extrusionOk="0" h="18944" w="76749">
                  <a:moveTo>
                    <a:pt x="10264" y="1"/>
                  </a:moveTo>
                  <a:lnTo>
                    <a:pt x="1" y="9466"/>
                  </a:lnTo>
                  <a:lnTo>
                    <a:pt x="10264" y="18944"/>
                  </a:lnTo>
                  <a:lnTo>
                    <a:pt x="76749" y="18944"/>
                  </a:lnTo>
                  <a:lnTo>
                    <a:pt x="76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27430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ESP-NOW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34" name="Google Shape;234;p17"/>
            <p:cNvSpPr txBox="1"/>
            <p:nvPr/>
          </p:nvSpPr>
          <p:spPr>
            <a:xfrm>
              <a:off x="6580027" y="2853050"/>
              <a:ext cx="21279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latin typeface="Amatic SC"/>
                  <a:ea typeface="Amatic SC"/>
                  <a:cs typeface="Amatic SC"/>
                  <a:sym typeface="Amatic SC"/>
                </a:rPr>
                <a:t> Радио протокол за комуникация с ракетата по време на полета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5" name="Google Shape;235;p17"/>
          <p:cNvGrpSpPr/>
          <p:nvPr/>
        </p:nvGrpSpPr>
        <p:grpSpPr>
          <a:xfrm>
            <a:off x="717800" y="1406681"/>
            <a:ext cx="3854200" cy="534900"/>
            <a:chOff x="717800" y="1254281"/>
            <a:chExt cx="3854200" cy="534900"/>
          </a:xfrm>
        </p:grpSpPr>
        <p:sp>
          <p:nvSpPr>
            <p:cNvPr id="236" name="Google Shape;236;p17"/>
            <p:cNvSpPr/>
            <p:nvPr/>
          </p:nvSpPr>
          <p:spPr>
            <a:xfrm>
              <a:off x="2653275" y="1284925"/>
              <a:ext cx="1918725" cy="473600"/>
            </a:xfrm>
            <a:custGeom>
              <a:rect b="b" l="l" r="r" t="t"/>
              <a:pathLst>
                <a:path extrusionOk="0" h="18944" w="76749">
                  <a:moveTo>
                    <a:pt x="10264" y="1"/>
                  </a:moveTo>
                  <a:lnTo>
                    <a:pt x="1" y="9466"/>
                  </a:lnTo>
                  <a:lnTo>
                    <a:pt x="10264" y="18944"/>
                  </a:lnTo>
                  <a:lnTo>
                    <a:pt x="76749" y="18944"/>
                  </a:lnTo>
                  <a:lnTo>
                    <a:pt x="767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27430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uC &amp; Камера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37" name="Google Shape;237;p17"/>
            <p:cNvSpPr txBox="1"/>
            <p:nvPr/>
          </p:nvSpPr>
          <p:spPr>
            <a:xfrm>
              <a:off x="717800" y="1254281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500">
                <a:latin typeface="Amatic SC"/>
                <a:ea typeface="Amatic SC"/>
                <a:cs typeface="Amatic SC"/>
                <a:sym typeface="Amatic SC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 u="sng">
                  <a:latin typeface="Amatic SC"/>
                  <a:ea typeface="Amatic SC"/>
                  <a:cs typeface="Amatic SC"/>
                  <a:sym typeface="Amatic SC"/>
                </a:rPr>
                <a:t>Xiao </a:t>
              </a:r>
              <a:r>
                <a:rPr b="1" lang="en" sz="1500" u="sng">
                  <a:latin typeface="Amatic SC"/>
                  <a:ea typeface="Amatic SC"/>
                  <a:cs typeface="Amatic SC"/>
                  <a:sym typeface="Amatic SC"/>
                </a:rPr>
                <a:t>ESP32 S3 sense:</a:t>
              </a:r>
              <a:r>
                <a:rPr b="1" lang="en" sz="1500">
                  <a:latin typeface="Amatic SC"/>
                  <a:ea typeface="Amatic SC"/>
                  <a:cs typeface="Amatic SC"/>
                  <a:sym typeface="Amatic SC"/>
                </a:rPr>
                <a:t>  ESP32 uC с вградена камера OV2640 </a:t>
              </a:r>
              <a:r>
                <a:rPr lang="en" sz="17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32 S3 CAM</a:t>
              </a:r>
              <a:endParaRPr b="1" sz="1500">
                <a:latin typeface="Amatic SC"/>
                <a:ea typeface="Amatic SC"/>
                <a:cs typeface="Amatic SC"/>
                <a:sym typeface="Amatic SC"/>
              </a:endParaRPr>
            </a:p>
          </p:txBody>
        </p:sp>
      </p:grpSp>
      <p:grpSp>
        <p:nvGrpSpPr>
          <p:cNvPr id="238" name="Google Shape;238;p17"/>
          <p:cNvGrpSpPr/>
          <p:nvPr/>
        </p:nvGrpSpPr>
        <p:grpSpPr>
          <a:xfrm>
            <a:off x="4572000" y="1939600"/>
            <a:ext cx="3982300" cy="534900"/>
            <a:chOff x="4572000" y="1787200"/>
            <a:chExt cx="3982300" cy="534900"/>
          </a:xfrm>
        </p:grpSpPr>
        <p:sp>
          <p:nvSpPr>
            <p:cNvPr id="239" name="Google Shape;239;p17"/>
            <p:cNvSpPr/>
            <p:nvPr/>
          </p:nvSpPr>
          <p:spPr>
            <a:xfrm flipH="1">
              <a:off x="4572000" y="1817850"/>
              <a:ext cx="1918725" cy="473600"/>
            </a:xfrm>
            <a:custGeom>
              <a:rect b="b" l="l" r="r" t="t"/>
              <a:pathLst>
                <a:path extrusionOk="0" h="18944" w="76749">
                  <a:moveTo>
                    <a:pt x="10264" y="1"/>
                  </a:moveTo>
                  <a:lnTo>
                    <a:pt x="1" y="9466"/>
                  </a:lnTo>
                  <a:lnTo>
                    <a:pt x="10264" y="18944"/>
                  </a:lnTo>
                  <a:lnTo>
                    <a:pt x="76749" y="18944"/>
                  </a:lnTo>
                  <a:lnTo>
                    <a:pt x="7674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274300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GPS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40" name="Google Shape;240;p17"/>
            <p:cNvSpPr txBox="1"/>
            <p:nvPr/>
          </p:nvSpPr>
          <p:spPr>
            <a:xfrm>
              <a:off x="6541600" y="1787200"/>
              <a:ext cx="2012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 u="sng">
                  <a:latin typeface="Amatic SC"/>
                  <a:ea typeface="Amatic SC"/>
                  <a:cs typeface="Amatic SC"/>
                  <a:sym typeface="Amatic SC"/>
                </a:rPr>
                <a:t>LC76G GNSS модул</a:t>
              </a:r>
              <a:endParaRPr sz="1000" u="sng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1" name="Google Shape;241;p17"/>
          <p:cNvGrpSpPr/>
          <p:nvPr/>
        </p:nvGrpSpPr>
        <p:grpSpPr>
          <a:xfrm>
            <a:off x="3699118" y="1371403"/>
            <a:ext cx="1745752" cy="3387326"/>
            <a:chOff x="3816399" y="1282574"/>
            <a:chExt cx="1511212" cy="2932242"/>
          </a:xfrm>
        </p:grpSpPr>
        <p:sp>
          <p:nvSpPr>
            <p:cNvPr id="242" name="Google Shape;242;p17"/>
            <p:cNvSpPr/>
            <p:nvPr/>
          </p:nvSpPr>
          <p:spPr>
            <a:xfrm>
              <a:off x="4218509" y="3541355"/>
              <a:ext cx="706702" cy="326199"/>
            </a:xfrm>
            <a:custGeom>
              <a:rect b="b" l="l" r="r" t="t"/>
              <a:pathLst>
                <a:path extrusionOk="0" h="13822" w="29945">
                  <a:moveTo>
                    <a:pt x="1" y="1"/>
                  </a:moveTo>
                  <a:cubicBezTo>
                    <a:pt x="1584" y="7692"/>
                    <a:pt x="3894" y="11645"/>
                    <a:pt x="5037" y="13252"/>
                  </a:cubicBezTo>
                  <a:cubicBezTo>
                    <a:pt x="5303" y="13618"/>
                    <a:pt x="5703" y="13822"/>
                    <a:pt x="6102" y="13822"/>
                  </a:cubicBezTo>
                  <a:cubicBezTo>
                    <a:pt x="6275" y="13822"/>
                    <a:pt x="6447" y="13784"/>
                    <a:pt x="6609" y="13705"/>
                  </a:cubicBezTo>
                  <a:cubicBezTo>
                    <a:pt x="7966" y="13038"/>
                    <a:pt x="10907" y="11883"/>
                    <a:pt x="14979" y="11883"/>
                  </a:cubicBezTo>
                  <a:cubicBezTo>
                    <a:pt x="19051" y="11883"/>
                    <a:pt x="21991" y="13038"/>
                    <a:pt x="23337" y="13705"/>
                  </a:cubicBezTo>
                  <a:cubicBezTo>
                    <a:pt x="23502" y="13784"/>
                    <a:pt x="23676" y="13822"/>
                    <a:pt x="23848" y="13822"/>
                  </a:cubicBezTo>
                  <a:cubicBezTo>
                    <a:pt x="24248" y="13822"/>
                    <a:pt x="24642" y="13618"/>
                    <a:pt x="24908" y="13252"/>
                  </a:cubicBezTo>
                  <a:cubicBezTo>
                    <a:pt x="26063" y="11645"/>
                    <a:pt x="28361" y="7692"/>
                    <a:pt x="299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3868392" y="2209730"/>
              <a:ext cx="384420" cy="382721"/>
            </a:xfrm>
            <a:custGeom>
              <a:rect b="b" l="l" r="r" t="t"/>
              <a:pathLst>
                <a:path extrusionOk="0" h="16217" w="16289">
                  <a:moveTo>
                    <a:pt x="7823" y="0"/>
                  </a:moveTo>
                  <a:cubicBezTo>
                    <a:pt x="3370" y="0"/>
                    <a:pt x="0" y="3739"/>
                    <a:pt x="298" y="8263"/>
                  </a:cubicBezTo>
                  <a:cubicBezTo>
                    <a:pt x="584" y="12692"/>
                    <a:pt x="4310" y="16216"/>
                    <a:pt x="8609" y="16216"/>
                  </a:cubicBezTo>
                  <a:cubicBezTo>
                    <a:pt x="12907" y="16216"/>
                    <a:pt x="16288" y="12692"/>
                    <a:pt x="16157" y="8263"/>
                  </a:cubicBezTo>
                  <a:cubicBezTo>
                    <a:pt x="16014" y="3739"/>
                    <a:pt x="12288" y="0"/>
                    <a:pt x="78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3926827" y="2157997"/>
              <a:ext cx="226513" cy="470867"/>
            </a:xfrm>
            <a:custGeom>
              <a:rect b="b" l="l" r="r" t="t"/>
              <a:pathLst>
                <a:path extrusionOk="0" h="19952" w="9598">
                  <a:moveTo>
                    <a:pt x="6361" y="1"/>
                  </a:moveTo>
                  <a:cubicBezTo>
                    <a:pt x="4333" y="1"/>
                    <a:pt x="1999" y="4010"/>
                    <a:pt x="1013" y="9252"/>
                  </a:cubicBezTo>
                  <a:cubicBezTo>
                    <a:pt x="1" y="14682"/>
                    <a:pt x="834" y="19397"/>
                    <a:pt x="2846" y="19909"/>
                  </a:cubicBezTo>
                  <a:cubicBezTo>
                    <a:pt x="2964" y="19938"/>
                    <a:pt x="3082" y="19952"/>
                    <a:pt x="3202" y="19952"/>
                  </a:cubicBezTo>
                  <a:cubicBezTo>
                    <a:pt x="5146" y="19952"/>
                    <a:pt x="7435" y="16214"/>
                    <a:pt x="8466" y="11146"/>
                  </a:cubicBezTo>
                  <a:cubicBezTo>
                    <a:pt x="9597" y="5621"/>
                    <a:pt x="8835" y="597"/>
                    <a:pt x="6740" y="49"/>
                  </a:cubicBezTo>
                  <a:cubicBezTo>
                    <a:pt x="6615" y="17"/>
                    <a:pt x="6489" y="1"/>
                    <a:pt x="636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4890941" y="2209730"/>
              <a:ext cx="384680" cy="382721"/>
            </a:xfrm>
            <a:custGeom>
              <a:rect b="b" l="l" r="r" t="t"/>
              <a:pathLst>
                <a:path extrusionOk="0" h="16217" w="16300">
                  <a:moveTo>
                    <a:pt x="8466" y="0"/>
                  </a:moveTo>
                  <a:cubicBezTo>
                    <a:pt x="4001" y="0"/>
                    <a:pt x="274" y="3739"/>
                    <a:pt x="143" y="8263"/>
                  </a:cubicBezTo>
                  <a:cubicBezTo>
                    <a:pt x="0" y="12692"/>
                    <a:pt x="3382" y="16216"/>
                    <a:pt x="7692" y="16216"/>
                  </a:cubicBezTo>
                  <a:cubicBezTo>
                    <a:pt x="11990" y="16216"/>
                    <a:pt x="15705" y="12692"/>
                    <a:pt x="16002" y="8263"/>
                  </a:cubicBezTo>
                  <a:cubicBezTo>
                    <a:pt x="16300" y="3739"/>
                    <a:pt x="12930" y="0"/>
                    <a:pt x="84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4990678" y="2157997"/>
              <a:ext cx="226513" cy="470867"/>
            </a:xfrm>
            <a:custGeom>
              <a:rect b="b" l="l" r="r" t="t"/>
              <a:pathLst>
                <a:path extrusionOk="0" h="19952" w="9598">
                  <a:moveTo>
                    <a:pt x="3237" y="1"/>
                  </a:moveTo>
                  <a:cubicBezTo>
                    <a:pt x="3109" y="1"/>
                    <a:pt x="2983" y="17"/>
                    <a:pt x="2858" y="49"/>
                  </a:cubicBezTo>
                  <a:cubicBezTo>
                    <a:pt x="763" y="597"/>
                    <a:pt x="1" y="5621"/>
                    <a:pt x="1120" y="11146"/>
                  </a:cubicBezTo>
                  <a:cubicBezTo>
                    <a:pt x="2163" y="16214"/>
                    <a:pt x="4442" y="19952"/>
                    <a:pt x="6384" y="19952"/>
                  </a:cubicBezTo>
                  <a:cubicBezTo>
                    <a:pt x="6504" y="19952"/>
                    <a:pt x="6623" y="19938"/>
                    <a:pt x="6740" y="19909"/>
                  </a:cubicBezTo>
                  <a:cubicBezTo>
                    <a:pt x="8764" y="19397"/>
                    <a:pt x="9597" y="14682"/>
                    <a:pt x="8573" y="9252"/>
                  </a:cubicBezTo>
                  <a:cubicBezTo>
                    <a:pt x="7599" y="4010"/>
                    <a:pt x="5265" y="1"/>
                    <a:pt x="323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3816399" y="3172687"/>
              <a:ext cx="454937" cy="1042129"/>
            </a:xfrm>
            <a:custGeom>
              <a:rect b="b" l="l" r="r" t="t"/>
              <a:pathLst>
                <a:path extrusionOk="0" h="44158" w="19277">
                  <a:moveTo>
                    <a:pt x="10931" y="1"/>
                  </a:moveTo>
                  <a:cubicBezTo>
                    <a:pt x="10931" y="1"/>
                    <a:pt x="1298" y="10169"/>
                    <a:pt x="572" y="19170"/>
                  </a:cubicBezTo>
                  <a:cubicBezTo>
                    <a:pt x="1" y="26266"/>
                    <a:pt x="10347" y="38851"/>
                    <a:pt x="14776" y="43875"/>
                  </a:cubicBezTo>
                  <a:cubicBezTo>
                    <a:pt x="14952" y="44072"/>
                    <a:pt x="15164" y="44158"/>
                    <a:pt x="15372" y="44158"/>
                  </a:cubicBezTo>
                  <a:cubicBezTo>
                    <a:pt x="15856" y="44158"/>
                    <a:pt x="16313" y="43690"/>
                    <a:pt x="16205" y="43066"/>
                  </a:cubicBezTo>
                  <a:cubicBezTo>
                    <a:pt x="15300" y="38053"/>
                    <a:pt x="13479" y="28183"/>
                    <a:pt x="12657" y="25075"/>
                  </a:cubicBezTo>
                  <a:cubicBezTo>
                    <a:pt x="11538" y="20849"/>
                    <a:pt x="19277" y="14753"/>
                    <a:pt x="19277" y="14753"/>
                  </a:cubicBezTo>
                  <a:lnTo>
                    <a:pt x="109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4872674" y="3172687"/>
              <a:ext cx="454937" cy="1042129"/>
            </a:xfrm>
            <a:custGeom>
              <a:rect b="b" l="l" r="r" t="t"/>
              <a:pathLst>
                <a:path extrusionOk="0" h="44158" w="19277">
                  <a:moveTo>
                    <a:pt x="8335" y="1"/>
                  </a:moveTo>
                  <a:lnTo>
                    <a:pt x="0" y="14753"/>
                  </a:lnTo>
                  <a:cubicBezTo>
                    <a:pt x="0" y="14753"/>
                    <a:pt x="7739" y="20849"/>
                    <a:pt x="6620" y="25075"/>
                  </a:cubicBezTo>
                  <a:cubicBezTo>
                    <a:pt x="5787" y="28183"/>
                    <a:pt x="3977" y="38053"/>
                    <a:pt x="3072" y="43066"/>
                  </a:cubicBezTo>
                  <a:cubicBezTo>
                    <a:pt x="2955" y="43690"/>
                    <a:pt x="3416" y="44158"/>
                    <a:pt x="3899" y="44158"/>
                  </a:cubicBezTo>
                  <a:cubicBezTo>
                    <a:pt x="4106" y="44158"/>
                    <a:pt x="4317" y="44072"/>
                    <a:pt x="4489" y="43875"/>
                  </a:cubicBezTo>
                  <a:cubicBezTo>
                    <a:pt x="8918" y="38851"/>
                    <a:pt x="19277" y="26266"/>
                    <a:pt x="18705" y="19170"/>
                  </a:cubicBezTo>
                  <a:cubicBezTo>
                    <a:pt x="17967" y="10169"/>
                    <a:pt x="8335" y="1"/>
                    <a:pt x="83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3984720" y="1282574"/>
              <a:ext cx="1174548" cy="2409938"/>
            </a:xfrm>
            <a:custGeom>
              <a:rect b="b" l="l" r="r" t="t"/>
              <a:pathLst>
                <a:path extrusionOk="0" h="102116" w="49769">
                  <a:moveTo>
                    <a:pt x="24879" y="1"/>
                  </a:moveTo>
                  <a:cubicBezTo>
                    <a:pt x="24319" y="1"/>
                    <a:pt x="23759" y="245"/>
                    <a:pt x="23325" y="733"/>
                  </a:cubicBezTo>
                  <a:cubicBezTo>
                    <a:pt x="17884" y="6805"/>
                    <a:pt x="1" y="29343"/>
                    <a:pt x="1" y="63621"/>
                  </a:cubicBezTo>
                  <a:cubicBezTo>
                    <a:pt x="1" y="88160"/>
                    <a:pt x="5847" y="97114"/>
                    <a:pt x="8394" y="101102"/>
                  </a:cubicBezTo>
                  <a:cubicBezTo>
                    <a:pt x="8808" y="101755"/>
                    <a:pt x="9450" y="102116"/>
                    <a:pt x="10112" y="102116"/>
                  </a:cubicBezTo>
                  <a:cubicBezTo>
                    <a:pt x="10403" y="102116"/>
                    <a:pt x="10698" y="102046"/>
                    <a:pt x="10978" y="101900"/>
                  </a:cubicBezTo>
                  <a:cubicBezTo>
                    <a:pt x="13252" y="100733"/>
                    <a:pt x="18158" y="98709"/>
                    <a:pt x="24885" y="98709"/>
                  </a:cubicBezTo>
                  <a:cubicBezTo>
                    <a:pt x="31612" y="98709"/>
                    <a:pt x="36517" y="100733"/>
                    <a:pt x="38791" y="101900"/>
                  </a:cubicBezTo>
                  <a:cubicBezTo>
                    <a:pt x="39071" y="102046"/>
                    <a:pt x="39365" y="102116"/>
                    <a:pt x="39655" y="102116"/>
                  </a:cubicBezTo>
                  <a:cubicBezTo>
                    <a:pt x="40313" y="102116"/>
                    <a:pt x="40950" y="101755"/>
                    <a:pt x="41363" y="101102"/>
                  </a:cubicBezTo>
                  <a:cubicBezTo>
                    <a:pt x="43911" y="97114"/>
                    <a:pt x="49769" y="88160"/>
                    <a:pt x="49769" y="63621"/>
                  </a:cubicBezTo>
                  <a:cubicBezTo>
                    <a:pt x="49769" y="29343"/>
                    <a:pt x="31886" y="6805"/>
                    <a:pt x="26432" y="733"/>
                  </a:cubicBezTo>
                  <a:cubicBezTo>
                    <a:pt x="25998" y="245"/>
                    <a:pt x="25438" y="1"/>
                    <a:pt x="248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3992319" y="2163071"/>
              <a:ext cx="1159374" cy="435845"/>
            </a:xfrm>
            <a:custGeom>
              <a:rect b="b" l="l" r="r" t="t"/>
              <a:pathLst>
                <a:path extrusionOk="0" h="18468" w="49126">
                  <a:moveTo>
                    <a:pt x="24289" y="1"/>
                  </a:moveTo>
                  <a:cubicBezTo>
                    <a:pt x="16955" y="1"/>
                    <a:pt x="9823" y="394"/>
                    <a:pt x="3012" y="1144"/>
                  </a:cubicBezTo>
                  <a:cubicBezTo>
                    <a:pt x="1584" y="6430"/>
                    <a:pt x="500" y="12205"/>
                    <a:pt x="0" y="18420"/>
                  </a:cubicBezTo>
                  <a:cubicBezTo>
                    <a:pt x="7787" y="17705"/>
                    <a:pt x="15919" y="17324"/>
                    <a:pt x="24289" y="17324"/>
                  </a:cubicBezTo>
                  <a:cubicBezTo>
                    <a:pt x="32849" y="17324"/>
                    <a:pt x="41172" y="17729"/>
                    <a:pt x="49125" y="18467"/>
                  </a:cubicBezTo>
                  <a:cubicBezTo>
                    <a:pt x="48625" y="12252"/>
                    <a:pt x="47554" y="6490"/>
                    <a:pt x="46125" y="1203"/>
                  </a:cubicBezTo>
                  <a:cubicBezTo>
                    <a:pt x="39136" y="417"/>
                    <a:pt x="31825" y="1"/>
                    <a:pt x="242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4191250" y="1282574"/>
              <a:ext cx="761218" cy="555402"/>
            </a:xfrm>
            <a:custGeom>
              <a:rect b="b" l="l" r="r" t="t"/>
              <a:pathLst>
                <a:path extrusionOk="0" h="23534" w="32255">
                  <a:moveTo>
                    <a:pt x="16090" y="1"/>
                  </a:moveTo>
                  <a:cubicBezTo>
                    <a:pt x="15529" y="1"/>
                    <a:pt x="14967" y="245"/>
                    <a:pt x="14526" y="733"/>
                  </a:cubicBezTo>
                  <a:cubicBezTo>
                    <a:pt x="11657" y="3924"/>
                    <a:pt x="5347" y="11698"/>
                    <a:pt x="1" y="23343"/>
                  </a:cubicBezTo>
                  <a:cubicBezTo>
                    <a:pt x="5073" y="21795"/>
                    <a:pt x="10359" y="20973"/>
                    <a:pt x="15812" y="20973"/>
                  </a:cubicBezTo>
                  <a:cubicBezTo>
                    <a:pt x="21491" y="20973"/>
                    <a:pt x="27004" y="21866"/>
                    <a:pt x="32255" y="23533"/>
                  </a:cubicBezTo>
                  <a:cubicBezTo>
                    <a:pt x="26897" y="11782"/>
                    <a:pt x="20527" y="3947"/>
                    <a:pt x="17646" y="733"/>
                  </a:cubicBezTo>
                  <a:cubicBezTo>
                    <a:pt x="17211" y="245"/>
                    <a:pt x="16652" y="1"/>
                    <a:pt x="160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4270218" y="2070910"/>
              <a:ext cx="604136" cy="604136"/>
            </a:xfrm>
            <a:custGeom>
              <a:rect b="b" l="l" r="r" t="t"/>
              <a:pathLst>
                <a:path extrusionOk="0" h="25599" w="25599">
                  <a:moveTo>
                    <a:pt x="12800" y="0"/>
                  </a:moveTo>
                  <a:cubicBezTo>
                    <a:pt x="5727" y="0"/>
                    <a:pt x="0" y="5727"/>
                    <a:pt x="0" y="12800"/>
                  </a:cubicBezTo>
                  <a:cubicBezTo>
                    <a:pt x="0" y="19860"/>
                    <a:pt x="5727" y="25599"/>
                    <a:pt x="12800" y="25599"/>
                  </a:cubicBezTo>
                  <a:cubicBezTo>
                    <a:pt x="19872" y="25599"/>
                    <a:pt x="25599" y="19860"/>
                    <a:pt x="25599" y="12800"/>
                  </a:cubicBezTo>
                  <a:cubicBezTo>
                    <a:pt x="25599" y="5727"/>
                    <a:pt x="19872" y="0"/>
                    <a:pt x="128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7"/>
            <p:cNvSpPr/>
            <p:nvPr/>
          </p:nvSpPr>
          <p:spPr>
            <a:xfrm>
              <a:off x="4354520" y="2154929"/>
              <a:ext cx="435538" cy="435821"/>
            </a:xfrm>
            <a:custGeom>
              <a:rect b="b" l="l" r="r" t="t"/>
              <a:pathLst>
                <a:path extrusionOk="0" h="18467" w="18455">
                  <a:moveTo>
                    <a:pt x="9228" y="0"/>
                  </a:moveTo>
                  <a:cubicBezTo>
                    <a:pt x="4132" y="0"/>
                    <a:pt x="0" y="4144"/>
                    <a:pt x="0" y="9240"/>
                  </a:cubicBezTo>
                  <a:cubicBezTo>
                    <a:pt x="0" y="14335"/>
                    <a:pt x="4132" y="18467"/>
                    <a:pt x="9228" y="18467"/>
                  </a:cubicBezTo>
                  <a:cubicBezTo>
                    <a:pt x="14323" y="18467"/>
                    <a:pt x="18455" y="14335"/>
                    <a:pt x="18455" y="9240"/>
                  </a:cubicBezTo>
                  <a:cubicBezTo>
                    <a:pt x="18455" y="4144"/>
                    <a:pt x="14323" y="0"/>
                    <a:pt x="92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7"/>
            <p:cNvSpPr/>
            <p:nvPr/>
          </p:nvSpPr>
          <p:spPr>
            <a:xfrm>
              <a:off x="4425039" y="3202472"/>
              <a:ext cx="295897" cy="923916"/>
            </a:xfrm>
            <a:custGeom>
              <a:rect b="b" l="l" r="r" t="t"/>
              <a:pathLst>
                <a:path extrusionOk="0" h="39149" w="12538">
                  <a:moveTo>
                    <a:pt x="6275" y="1"/>
                  </a:moveTo>
                  <a:cubicBezTo>
                    <a:pt x="2822" y="1"/>
                    <a:pt x="1" y="5525"/>
                    <a:pt x="5442" y="38398"/>
                  </a:cubicBezTo>
                  <a:cubicBezTo>
                    <a:pt x="5525" y="38898"/>
                    <a:pt x="5897" y="39148"/>
                    <a:pt x="6269" y="39148"/>
                  </a:cubicBezTo>
                  <a:cubicBezTo>
                    <a:pt x="6641" y="39148"/>
                    <a:pt x="7013" y="38898"/>
                    <a:pt x="7097" y="38398"/>
                  </a:cubicBezTo>
                  <a:cubicBezTo>
                    <a:pt x="12538" y="5525"/>
                    <a:pt x="9728" y="1"/>
                    <a:pt x="62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"/>
          <p:cNvSpPr txBox="1"/>
          <p:nvPr>
            <p:ph type="title"/>
          </p:nvPr>
        </p:nvSpPr>
        <p:spPr>
          <a:xfrm>
            <a:off x="619950" y="537175"/>
            <a:ext cx="7708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00">
                <a:solidFill>
                  <a:schemeClr val="dk1"/>
                </a:solidFill>
              </a:rPr>
              <a:t>Демо</a:t>
            </a:r>
            <a:endParaRPr sz="3500"/>
          </a:p>
        </p:txBody>
      </p:sp>
      <p:grpSp>
        <p:nvGrpSpPr>
          <p:cNvPr id="260" name="Google Shape;260;p18"/>
          <p:cNvGrpSpPr/>
          <p:nvPr/>
        </p:nvGrpSpPr>
        <p:grpSpPr>
          <a:xfrm rot="-8827649">
            <a:off x="1322374" y="1855403"/>
            <a:ext cx="6075977" cy="1987399"/>
            <a:chOff x="101" y="2418664"/>
            <a:chExt cx="3798075" cy="1242317"/>
          </a:xfrm>
        </p:grpSpPr>
        <p:sp>
          <p:nvSpPr>
            <p:cNvPr id="261" name="Google Shape;261;p18"/>
            <p:cNvSpPr/>
            <p:nvPr/>
          </p:nvSpPr>
          <p:spPr>
            <a:xfrm rot="5400000">
              <a:off x="532307" y="2256594"/>
              <a:ext cx="502038" cy="1566449"/>
            </a:xfrm>
            <a:custGeom>
              <a:rect b="b" l="l" r="r" t="t"/>
              <a:pathLst>
                <a:path extrusionOk="0" h="84297" w="19324">
                  <a:moveTo>
                    <a:pt x="19324" y="84297"/>
                  </a:moveTo>
                  <a:lnTo>
                    <a:pt x="12776" y="1"/>
                  </a:lnTo>
                  <a:lnTo>
                    <a:pt x="6537" y="1"/>
                  </a:lnTo>
                  <a:lnTo>
                    <a:pt x="0" y="84297"/>
                  </a:lnTo>
                  <a:close/>
                </a:path>
              </a:pathLst>
            </a:custGeom>
            <a:gradFill>
              <a:gsLst>
                <a:gs pos="0">
                  <a:srgbClr val="FCBD24"/>
                </a:gs>
                <a:gs pos="100000">
                  <a:srgbClr val="FFFFFF"/>
                </a:gs>
              </a:gsLst>
              <a:lin ang="5400012" scaled="0"/>
            </a:gra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900" lIns="129900" spcFirstLastPara="1" rIns="129900" wrap="square" tIns="129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9"/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1562580" y="2859771"/>
              <a:ext cx="80238" cy="358957"/>
            </a:xfrm>
            <a:custGeom>
              <a:rect b="b" l="l" r="r" t="t"/>
              <a:pathLst>
                <a:path extrusionOk="0" h="15027" w="3359">
                  <a:moveTo>
                    <a:pt x="2310" y="1"/>
                  </a:moveTo>
                  <a:cubicBezTo>
                    <a:pt x="1036" y="1"/>
                    <a:pt x="1" y="1037"/>
                    <a:pt x="1" y="2311"/>
                  </a:cubicBezTo>
                  <a:lnTo>
                    <a:pt x="1" y="12717"/>
                  </a:lnTo>
                  <a:cubicBezTo>
                    <a:pt x="1" y="12979"/>
                    <a:pt x="48" y="13229"/>
                    <a:pt x="120" y="13455"/>
                  </a:cubicBezTo>
                  <a:cubicBezTo>
                    <a:pt x="429" y="14372"/>
                    <a:pt x="1298" y="15027"/>
                    <a:pt x="2310" y="15027"/>
                  </a:cubicBezTo>
                  <a:lnTo>
                    <a:pt x="3358" y="15027"/>
                  </a:lnTo>
                  <a:lnTo>
                    <a:pt x="3358" y="1"/>
                  </a:ln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900" lIns="129900" spcFirstLastPara="1" rIns="129900" wrap="square" tIns="129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1337142" y="3285828"/>
              <a:ext cx="836206" cy="375153"/>
            </a:xfrm>
            <a:custGeom>
              <a:rect b="b" l="l" r="r" t="t"/>
              <a:pathLst>
                <a:path extrusionOk="0" h="15705" w="35006">
                  <a:moveTo>
                    <a:pt x="15872" y="0"/>
                  </a:moveTo>
                  <a:lnTo>
                    <a:pt x="1" y="15705"/>
                  </a:lnTo>
                  <a:lnTo>
                    <a:pt x="18587" y="15705"/>
                  </a:lnTo>
                  <a:cubicBezTo>
                    <a:pt x="21242" y="15705"/>
                    <a:pt x="23790" y="14705"/>
                    <a:pt x="25730" y="12907"/>
                  </a:cubicBezTo>
                  <a:lnTo>
                    <a:pt x="35005" y="4310"/>
                  </a:lnTo>
                  <a:lnTo>
                    <a:pt x="15872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900" lIns="129900" spcFirstLastPara="1" rIns="129900" wrap="square" tIns="129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8"/>
            <p:cNvSpPr/>
            <p:nvPr/>
          </p:nvSpPr>
          <p:spPr>
            <a:xfrm>
              <a:off x="1337142" y="2418664"/>
              <a:ext cx="836206" cy="375153"/>
            </a:xfrm>
            <a:custGeom>
              <a:rect b="b" l="l" r="r" t="t"/>
              <a:pathLst>
                <a:path extrusionOk="0" h="15705" w="35006">
                  <a:moveTo>
                    <a:pt x="1" y="0"/>
                  </a:moveTo>
                  <a:lnTo>
                    <a:pt x="15872" y="15705"/>
                  </a:lnTo>
                  <a:lnTo>
                    <a:pt x="35005" y="11383"/>
                  </a:lnTo>
                  <a:lnTo>
                    <a:pt x="25730" y="2798"/>
                  </a:lnTo>
                  <a:cubicBezTo>
                    <a:pt x="23790" y="1000"/>
                    <a:pt x="21242" y="0"/>
                    <a:pt x="18587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900" lIns="129900" spcFirstLastPara="1" rIns="129900" wrap="square" tIns="129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8"/>
            <p:cNvSpPr/>
            <p:nvPr/>
          </p:nvSpPr>
          <p:spPr>
            <a:xfrm>
              <a:off x="3401978" y="2824800"/>
              <a:ext cx="396198" cy="428637"/>
            </a:xfrm>
            <a:custGeom>
              <a:rect b="b" l="l" r="r" t="t"/>
              <a:pathLst>
                <a:path extrusionOk="0" h="17944" w="16586">
                  <a:moveTo>
                    <a:pt x="0" y="0"/>
                  </a:moveTo>
                  <a:lnTo>
                    <a:pt x="0" y="17943"/>
                  </a:lnTo>
                  <a:cubicBezTo>
                    <a:pt x="6846" y="15443"/>
                    <a:pt x="11990" y="12764"/>
                    <a:pt x="15062" y="10990"/>
                  </a:cubicBezTo>
                  <a:cubicBezTo>
                    <a:pt x="16586" y="10121"/>
                    <a:pt x="16562" y="7918"/>
                    <a:pt x="15038" y="7061"/>
                  </a:cubicBezTo>
                  <a:cubicBezTo>
                    <a:pt x="11561" y="5132"/>
                    <a:pt x="5787" y="2120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900" lIns="129900" spcFirstLastPara="1" rIns="129900" wrap="square" tIns="129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8"/>
            <p:cNvSpPr/>
            <p:nvPr/>
          </p:nvSpPr>
          <p:spPr>
            <a:xfrm>
              <a:off x="1716261" y="2666378"/>
              <a:ext cx="1685741" cy="745457"/>
            </a:xfrm>
            <a:custGeom>
              <a:rect b="b" l="l" r="r" t="t"/>
              <a:pathLst>
                <a:path extrusionOk="0" h="31207" w="70570">
                  <a:moveTo>
                    <a:pt x="33839" y="1"/>
                  </a:moveTo>
                  <a:cubicBezTo>
                    <a:pt x="33077" y="1"/>
                    <a:pt x="32315" y="1"/>
                    <a:pt x="31529" y="24"/>
                  </a:cubicBezTo>
                  <a:lnTo>
                    <a:pt x="31172" y="24"/>
                  </a:lnTo>
                  <a:cubicBezTo>
                    <a:pt x="30826" y="36"/>
                    <a:pt x="30469" y="36"/>
                    <a:pt x="30112" y="48"/>
                  </a:cubicBezTo>
                  <a:cubicBezTo>
                    <a:pt x="29636" y="72"/>
                    <a:pt x="29159" y="84"/>
                    <a:pt x="28659" y="108"/>
                  </a:cubicBezTo>
                  <a:cubicBezTo>
                    <a:pt x="25576" y="251"/>
                    <a:pt x="22385" y="525"/>
                    <a:pt x="19134" y="953"/>
                  </a:cubicBezTo>
                  <a:cubicBezTo>
                    <a:pt x="13014" y="1775"/>
                    <a:pt x="6609" y="3180"/>
                    <a:pt x="1" y="5287"/>
                  </a:cubicBezTo>
                  <a:lnTo>
                    <a:pt x="1" y="25909"/>
                  </a:lnTo>
                  <a:cubicBezTo>
                    <a:pt x="6609" y="28028"/>
                    <a:pt x="13014" y="29421"/>
                    <a:pt x="19134" y="30242"/>
                  </a:cubicBezTo>
                  <a:cubicBezTo>
                    <a:pt x="22397" y="30683"/>
                    <a:pt x="25576" y="30957"/>
                    <a:pt x="28659" y="31100"/>
                  </a:cubicBezTo>
                  <a:cubicBezTo>
                    <a:pt x="29159" y="31124"/>
                    <a:pt x="29636" y="31135"/>
                    <a:pt x="30112" y="31159"/>
                  </a:cubicBezTo>
                  <a:cubicBezTo>
                    <a:pt x="30469" y="31159"/>
                    <a:pt x="30826" y="31171"/>
                    <a:pt x="31172" y="31171"/>
                  </a:cubicBezTo>
                  <a:cubicBezTo>
                    <a:pt x="31302" y="31183"/>
                    <a:pt x="31422" y="31183"/>
                    <a:pt x="31529" y="31195"/>
                  </a:cubicBezTo>
                  <a:cubicBezTo>
                    <a:pt x="32315" y="31207"/>
                    <a:pt x="33077" y="31207"/>
                    <a:pt x="33839" y="31207"/>
                  </a:cubicBezTo>
                  <a:cubicBezTo>
                    <a:pt x="48614" y="31147"/>
                    <a:pt x="61199" y="28016"/>
                    <a:pt x="70569" y="24575"/>
                  </a:cubicBezTo>
                  <a:lnTo>
                    <a:pt x="70569" y="6632"/>
                  </a:lnTo>
                  <a:cubicBezTo>
                    <a:pt x="61199" y="3180"/>
                    <a:pt x="48626" y="60"/>
                    <a:pt x="33839" y="1"/>
                  </a:cubicBezTo>
                  <a:close/>
                </a:path>
              </a:pathLst>
            </a:custGeom>
            <a:solidFill>
              <a:srgbClr val="CCCCCC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900" lIns="129900" spcFirstLastPara="1" rIns="129900" wrap="square" tIns="129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8"/>
            <p:cNvSpPr/>
            <p:nvPr/>
          </p:nvSpPr>
          <p:spPr>
            <a:xfrm>
              <a:off x="2321785" y="2666378"/>
              <a:ext cx="1017631" cy="745457"/>
            </a:xfrm>
            <a:custGeom>
              <a:rect b="b" l="l" r="r" t="t"/>
              <a:pathLst>
                <a:path extrusionOk="0" h="31207" w="42601">
                  <a:moveTo>
                    <a:pt x="8490" y="1"/>
                  </a:moveTo>
                  <a:cubicBezTo>
                    <a:pt x="7728" y="1"/>
                    <a:pt x="6966" y="1"/>
                    <a:pt x="6180" y="24"/>
                  </a:cubicBezTo>
                  <a:lnTo>
                    <a:pt x="5823" y="24"/>
                  </a:lnTo>
                  <a:cubicBezTo>
                    <a:pt x="5477" y="36"/>
                    <a:pt x="5120" y="36"/>
                    <a:pt x="4763" y="48"/>
                  </a:cubicBezTo>
                  <a:cubicBezTo>
                    <a:pt x="4287" y="72"/>
                    <a:pt x="3810" y="84"/>
                    <a:pt x="3310" y="108"/>
                  </a:cubicBezTo>
                  <a:cubicBezTo>
                    <a:pt x="2227" y="155"/>
                    <a:pt x="1120" y="227"/>
                    <a:pt x="0" y="310"/>
                  </a:cubicBezTo>
                  <a:lnTo>
                    <a:pt x="0" y="30897"/>
                  </a:lnTo>
                  <a:cubicBezTo>
                    <a:pt x="1120" y="30981"/>
                    <a:pt x="2227" y="31052"/>
                    <a:pt x="3310" y="31100"/>
                  </a:cubicBezTo>
                  <a:cubicBezTo>
                    <a:pt x="3810" y="31124"/>
                    <a:pt x="4287" y="31135"/>
                    <a:pt x="4763" y="31159"/>
                  </a:cubicBezTo>
                  <a:cubicBezTo>
                    <a:pt x="5120" y="31159"/>
                    <a:pt x="5477" y="31171"/>
                    <a:pt x="5823" y="31171"/>
                  </a:cubicBezTo>
                  <a:cubicBezTo>
                    <a:pt x="5953" y="31183"/>
                    <a:pt x="6073" y="31183"/>
                    <a:pt x="6180" y="31195"/>
                  </a:cubicBezTo>
                  <a:cubicBezTo>
                    <a:pt x="6966" y="31207"/>
                    <a:pt x="7728" y="31207"/>
                    <a:pt x="8490" y="31207"/>
                  </a:cubicBezTo>
                  <a:cubicBezTo>
                    <a:pt x="21932" y="31159"/>
                    <a:pt x="33552" y="28552"/>
                    <a:pt x="42601" y="25492"/>
                  </a:cubicBezTo>
                  <a:lnTo>
                    <a:pt x="42601" y="5704"/>
                  </a:lnTo>
                  <a:cubicBezTo>
                    <a:pt x="33552" y="2644"/>
                    <a:pt x="21944" y="60"/>
                    <a:pt x="8490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900" lIns="129900" spcFirstLastPara="1" rIns="129900" wrap="square" tIns="129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8"/>
            <p:cNvSpPr/>
            <p:nvPr/>
          </p:nvSpPr>
          <p:spPr>
            <a:xfrm>
              <a:off x="1638468" y="2792647"/>
              <a:ext cx="80214" cy="493205"/>
            </a:xfrm>
            <a:custGeom>
              <a:rect b="b" l="l" r="r" t="t"/>
              <a:pathLst>
                <a:path extrusionOk="0" h="20647" w="3358">
                  <a:moveTo>
                    <a:pt x="1322" y="1"/>
                  </a:moveTo>
                  <a:cubicBezTo>
                    <a:pt x="596" y="1"/>
                    <a:pt x="0" y="596"/>
                    <a:pt x="0" y="1334"/>
                  </a:cubicBezTo>
                  <a:lnTo>
                    <a:pt x="0" y="19313"/>
                  </a:lnTo>
                  <a:cubicBezTo>
                    <a:pt x="0" y="20051"/>
                    <a:pt x="596" y="20646"/>
                    <a:pt x="1322" y="20646"/>
                  </a:cubicBezTo>
                  <a:lnTo>
                    <a:pt x="3358" y="20646"/>
                  </a:lnTo>
                  <a:lnTo>
                    <a:pt x="335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900" lIns="129900" spcFirstLastPara="1" rIns="129900" wrap="square" tIns="129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1314975" y="2977536"/>
              <a:ext cx="943700" cy="123164"/>
            </a:xfrm>
            <a:custGeom>
              <a:rect b="b" l="l" r="r" t="t"/>
              <a:pathLst>
                <a:path extrusionOk="0" h="5156" w="39506">
                  <a:moveTo>
                    <a:pt x="19753" y="0"/>
                  </a:moveTo>
                  <a:lnTo>
                    <a:pt x="0" y="2572"/>
                  </a:lnTo>
                  <a:lnTo>
                    <a:pt x="19753" y="5155"/>
                  </a:lnTo>
                  <a:lnTo>
                    <a:pt x="39505" y="2572"/>
                  </a:lnTo>
                  <a:lnTo>
                    <a:pt x="19753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900" lIns="129900" spcFirstLastPara="1" rIns="129900" wrap="square" tIns="129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2807275" y="2849547"/>
              <a:ext cx="378856" cy="378856"/>
            </a:xfrm>
            <a:custGeom>
              <a:rect b="b" l="l" r="r" t="t"/>
              <a:pathLst>
                <a:path extrusionOk="0" h="15860" w="15860">
                  <a:moveTo>
                    <a:pt x="7930" y="0"/>
                  </a:moveTo>
                  <a:cubicBezTo>
                    <a:pt x="3548" y="0"/>
                    <a:pt x="0" y="3560"/>
                    <a:pt x="0" y="7930"/>
                  </a:cubicBezTo>
                  <a:cubicBezTo>
                    <a:pt x="0" y="12311"/>
                    <a:pt x="3548" y="15859"/>
                    <a:pt x="7930" y="15859"/>
                  </a:cubicBezTo>
                  <a:cubicBezTo>
                    <a:pt x="12311" y="15859"/>
                    <a:pt x="15859" y="12311"/>
                    <a:pt x="15859" y="7930"/>
                  </a:cubicBezTo>
                  <a:cubicBezTo>
                    <a:pt x="15859" y="3560"/>
                    <a:pt x="12311" y="0"/>
                    <a:pt x="793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27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900" lIns="129900" spcFirstLastPara="1" rIns="129900" wrap="square" tIns="129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8"/>
            <p:cNvSpPr/>
            <p:nvPr/>
          </p:nvSpPr>
          <p:spPr>
            <a:xfrm>
              <a:off x="2851874" y="2894149"/>
              <a:ext cx="289643" cy="289643"/>
            </a:xfrm>
            <a:custGeom>
              <a:rect b="b" l="l" r="r" t="t"/>
              <a:pathLst>
                <a:path extrusionOk="0" h="15860" w="15860">
                  <a:moveTo>
                    <a:pt x="7930" y="0"/>
                  </a:moveTo>
                  <a:cubicBezTo>
                    <a:pt x="3548" y="0"/>
                    <a:pt x="0" y="3560"/>
                    <a:pt x="0" y="7930"/>
                  </a:cubicBezTo>
                  <a:cubicBezTo>
                    <a:pt x="0" y="12311"/>
                    <a:pt x="3548" y="15859"/>
                    <a:pt x="7930" y="15859"/>
                  </a:cubicBezTo>
                  <a:cubicBezTo>
                    <a:pt x="12311" y="15859"/>
                    <a:pt x="15859" y="12311"/>
                    <a:pt x="15859" y="7930"/>
                  </a:cubicBezTo>
                  <a:cubicBezTo>
                    <a:pt x="15859" y="3560"/>
                    <a:pt x="12311" y="0"/>
                    <a:pt x="7930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7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9900" lIns="129900" spcFirstLastPara="1" rIns="129900" wrap="square" tIns="129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89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"/>
          <p:cNvSpPr txBox="1"/>
          <p:nvPr>
            <p:ph type="ctrTitle"/>
          </p:nvPr>
        </p:nvSpPr>
        <p:spPr>
          <a:xfrm>
            <a:off x="343475" y="2203000"/>
            <a:ext cx="4552200" cy="25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Благодарим ви за вниманието!</a:t>
            </a:r>
            <a:endParaRPr>
              <a:solidFill>
                <a:schemeClr val="accent6"/>
              </a:solidFill>
            </a:endParaRPr>
          </a:p>
        </p:txBody>
      </p:sp>
      <p:grpSp>
        <p:nvGrpSpPr>
          <p:cNvPr id="277" name="Google Shape;277;p19"/>
          <p:cNvGrpSpPr/>
          <p:nvPr/>
        </p:nvGrpSpPr>
        <p:grpSpPr>
          <a:xfrm rot="-3885513">
            <a:off x="3690205" y="-824178"/>
            <a:ext cx="7721278" cy="3370581"/>
            <a:chOff x="2520320" y="2141863"/>
            <a:chExt cx="3853264" cy="1682071"/>
          </a:xfrm>
        </p:grpSpPr>
        <p:sp>
          <p:nvSpPr>
            <p:cNvPr id="278" name="Google Shape;278;p19"/>
            <p:cNvSpPr/>
            <p:nvPr/>
          </p:nvSpPr>
          <p:spPr>
            <a:xfrm>
              <a:off x="3190380" y="2732119"/>
              <a:ext cx="93023" cy="502014"/>
            </a:xfrm>
            <a:custGeom>
              <a:rect b="b" l="l" r="r" t="t"/>
              <a:pathLst>
                <a:path extrusionOk="0" h="24420" w="4525">
                  <a:moveTo>
                    <a:pt x="3334" y="0"/>
                  </a:moveTo>
                  <a:cubicBezTo>
                    <a:pt x="1500" y="0"/>
                    <a:pt x="0" y="1500"/>
                    <a:pt x="0" y="3334"/>
                  </a:cubicBezTo>
                  <a:lnTo>
                    <a:pt x="0" y="21086"/>
                  </a:lnTo>
                  <a:cubicBezTo>
                    <a:pt x="0" y="21455"/>
                    <a:pt x="72" y="21812"/>
                    <a:pt x="179" y="22146"/>
                  </a:cubicBezTo>
                  <a:cubicBezTo>
                    <a:pt x="643" y="23503"/>
                    <a:pt x="1905" y="24420"/>
                    <a:pt x="3334" y="24420"/>
                  </a:cubicBezTo>
                  <a:lnTo>
                    <a:pt x="4524" y="24420"/>
                  </a:lnTo>
                  <a:lnTo>
                    <a:pt x="4524" y="0"/>
                  </a:lnTo>
                  <a:close/>
                </a:path>
              </a:pathLst>
            </a:custGeom>
            <a:solidFill>
              <a:srgbClr val="CCCCCC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3283385" y="2633474"/>
              <a:ext cx="93023" cy="699304"/>
            </a:xfrm>
            <a:custGeom>
              <a:rect b="b" l="l" r="r" t="t"/>
              <a:pathLst>
                <a:path extrusionOk="0" h="34017" w="4525">
                  <a:moveTo>
                    <a:pt x="1655" y="0"/>
                  </a:moveTo>
                  <a:cubicBezTo>
                    <a:pt x="739" y="0"/>
                    <a:pt x="0" y="738"/>
                    <a:pt x="0" y="1655"/>
                  </a:cubicBezTo>
                  <a:lnTo>
                    <a:pt x="0" y="32361"/>
                  </a:lnTo>
                  <a:cubicBezTo>
                    <a:pt x="0" y="33278"/>
                    <a:pt x="739" y="34016"/>
                    <a:pt x="1655" y="34016"/>
                  </a:cubicBezTo>
                  <a:lnTo>
                    <a:pt x="4525" y="34016"/>
                  </a:lnTo>
                  <a:lnTo>
                    <a:pt x="4525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2892988" y="2141863"/>
              <a:ext cx="1156750" cy="513280"/>
            </a:xfrm>
            <a:custGeom>
              <a:rect b="b" l="l" r="r" t="t"/>
              <a:pathLst>
                <a:path extrusionOk="0" h="24968" w="56269">
                  <a:moveTo>
                    <a:pt x="0" y="0"/>
                  </a:moveTo>
                  <a:lnTo>
                    <a:pt x="25241" y="24968"/>
                  </a:lnTo>
                  <a:lnTo>
                    <a:pt x="25253" y="24968"/>
                  </a:lnTo>
                  <a:cubicBezTo>
                    <a:pt x="32504" y="22646"/>
                    <a:pt x="39886" y="20741"/>
                    <a:pt x="47196" y="19324"/>
                  </a:cubicBezTo>
                  <a:lnTo>
                    <a:pt x="47411" y="19277"/>
                  </a:lnTo>
                  <a:lnTo>
                    <a:pt x="47685" y="19229"/>
                  </a:lnTo>
                  <a:lnTo>
                    <a:pt x="48387" y="19098"/>
                  </a:lnTo>
                  <a:cubicBezTo>
                    <a:pt x="48470" y="19086"/>
                    <a:pt x="48542" y="19062"/>
                    <a:pt x="48625" y="19050"/>
                  </a:cubicBezTo>
                  <a:cubicBezTo>
                    <a:pt x="51149" y="18574"/>
                    <a:pt x="53673" y="18157"/>
                    <a:pt x="56269" y="17788"/>
                  </a:cubicBezTo>
                  <a:lnTo>
                    <a:pt x="42029" y="4608"/>
                  </a:lnTo>
                  <a:cubicBezTo>
                    <a:pt x="38826" y="1632"/>
                    <a:pt x="34635" y="0"/>
                    <a:pt x="30266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2892988" y="3310633"/>
              <a:ext cx="1156750" cy="513300"/>
            </a:xfrm>
            <a:custGeom>
              <a:rect b="b" l="l" r="r" t="t"/>
              <a:pathLst>
                <a:path extrusionOk="0" h="24969" w="56269">
                  <a:moveTo>
                    <a:pt x="25241" y="1"/>
                  </a:moveTo>
                  <a:lnTo>
                    <a:pt x="0" y="24968"/>
                  </a:lnTo>
                  <a:lnTo>
                    <a:pt x="30266" y="24968"/>
                  </a:lnTo>
                  <a:cubicBezTo>
                    <a:pt x="34635" y="24968"/>
                    <a:pt x="38826" y="23337"/>
                    <a:pt x="42029" y="20360"/>
                  </a:cubicBezTo>
                  <a:lnTo>
                    <a:pt x="56269" y="7180"/>
                  </a:lnTo>
                  <a:cubicBezTo>
                    <a:pt x="53673" y="6811"/>
                    <a:pt x="51149" y="6394"/>
                    <a:pt x="48625" y="5918"/>
                  </a:cubicBezTo>
                  <a:cubicBezTo>
                    <a:pt x="48542" y="5906"/>
                    <a:pt x="48470" y="5882"/>
                    <a:pt x="48387" y="5870"/>
                  </a:cubicBezTo>
                  <a:lnTo>
                    <a:pt x="47685" y="5739"/>
                  </a:lnTo>
                  <a:lnTo>
                    <a:pt x="47411" y="5692"/>
                  </a:lnTo>
                  <a:lnTo>
                    <a:pt x="47196" y="5644"/>
                  </a:lnTo>
                  <a:cubicBezTo>
                    <a:pt x="39886" y="4227"/>
                    <a:pt x="32504" y="2310"/>
                    <a:pt x="25253" y="1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5829447" y="2691241"/>
              <a:ext cx="544136" cy="583771"/>
            </a:xfrm>
            <a:custGeom>
              <a:rect b="b" l="l" r="r" t="t"/>
              <a:pathLst>
                <a:path extrusionOk="0" h="28397" w="26469">
                  <a:moveTo>
                    <a:pt x="1" y="0"/>
                  </a:moveTo>
                  <a:lnTo>
                    <a:pt x="1" y="28396"/>
                  </a:lnTo>
                  <a:cubicBezTo>
                    <a:pt x="7597" y="25717"/>
                    <a:pt x="15217" y="22539"/>
                    <a:pt x="22670" y="18812"/>
                  </a:cubicBezTo>
                  <a:cubicBezTo>
                    <a:pt x="26468" y="16907"/>
                    <a:pt x="26468" y="11501"/>
                    <a:pt x="22670" y="9596"/>
                  </a:cubicBezTo>
                  <a:cubicBezTo>
                    <a:pt x="15217" y="5858"/>
                    <a:pt x="7597" y="2679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3364898" y="2531406"/>
              <a:ext cx="455513" cy="903440"/>
            </a:xfrm>
            <a:custGeom>
              <a:rect b="b" l="l" r="r" t="t"/>
              <a:pathLst>
                <a:path extrusionOk="0" h="43947" w="22158">
                  <a:moveTo>
                    <a:pt x="22158" y="0"/>
                  </a:moveTo>
                  <a:cubicBezTo>
                    <a:pt x="14443" y="1405"/>
                    <a:pt x="6763" y="3001"/>
                    <a:pt x="0" y="4489"/>
                  </a:cubicBezTo>
                  <a:lnTo>
                    <a:pt x="0" y="39469"/>
                  </a:lnTo>
                  <a:cubicBezTo>
                    <a:pt x="6763" y="40958"/>
                    <a:pt x="14443" y="42553"/>
                    <a:pt x="22158" y="43946"/>
                  </a:cubicBezTo>
                  <a:lnTo>
                    <a:pt x="22158" y="43910"/>
                  </a:lnTo>
                  <a:lnTo>
                    <a:pt x="22158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3820403" y="2458715"/>
              <a:ext cx="505221" cy="1048823"/>
            </a:xfrm>
            <a:custGeom>
              <a:rect b="b" l="l" r="r" t="t"/>
              <a:pathLst>
                <a:path extrusionOk="0" h="51019" w="24576">
                  <a:moveTo>
                    <a:pt x="24575" y="0"/>
                  </a:moveTo>
                  <a:cubicBezTo>
                    <a:pt x="17170" y="667"/>
                    <a:pt x="8561" y="1988"/>
                    <a:pt x="1" y="3536"/>
                  </a:cubicBezTo>
                  <a:lnTo>
                    <a:pt x="1" y="47446"/>
                  </a:lnTo>
                  <a:lnTo>
                    <a:pt x="1" y="47482"/>
                  </a:lnTo>
                  <a:cubicBezTo>
                    <a:pt x="8561" y="49042"/>
                    <a:pt x="17170" y="50352"/>
                    <a:pt x="24575" y="51018"/>
                  </a:cubicBezTo>
                  <a:lnTo>
                    <a:pt x="2457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9"/>
            <p:cNvSpPr/>
            <p:nvPr/>
          </p:nvSpPr>
          <p:spPr>
            <a:xfrm>
              <a:off x="4325617" y="2449042"/>
              <a:ext cx="504954" cy="1068168"/>
            </a:xfrm>
            <a:custGeom>
              <a:rect b="b" l="l" r="r" t="t"/>
              <a:pathLst>
                <a:path extrusionOk="0" h="51960" w="24563">
                  <a:moveTo>
                    <a:pt x="9156" y="1"/>
                  </a:moveTo>
                  <a:cubicBezTo>
                    <a:pt x="6418" y="1"/>
                    <a:pt x="3322" y="167"/>
                    <a:pt x="0" y="465"/>
                  </a:cubicBezTo>
                  <a:lnTo>
                    <a:pt x="0" y="51483"/>
                  </a:lnTo>
                  <a:cubicBezTo>
                    <a:pt x="3322" y="51781"/>
                    <a:pt x="6418" y="51960"/>
                    <a:pt x="9156" y="51960"/>
                  </a:cubicBezTo>
                  <a:cubicBezTo>
                    <a:pt x="13859" y="51960"/>
                    <a:pt x="19038" y="51698"/>
                    <a:pt x="24563" y="51150"/>
                  </a:cubicBezTo>
                  <a:lnTo>
                    <a:pt x="24563" y="798"/>
                  </a:lnTo>
                  <a:cubicBezTo>
                    <a:pt x="19038" y="263"/>
                    <a:pt x="13859" y="1"/>
                    <a:pt x="9156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4828604" y="2465694"/>
              <a:ext cx="504974" cy="1034865"/>
            </a:xfrm>
            <a:custGeom>
              <a:rect b="b" l="l" r="r" t="t"/>
              <a:pathLst>
                <a:path extrusionOk="0" h="50340" w="24564">
                  <a:moveTo>
                    <a:pt x="1" y="0"/>
                  </a:moveTo>
                  <a:lnTo>
                    <a:pt x="1" y="50340"/>
                  </a:lnTo>
                  <a:cubicBezTo>
                    <a:pt x="7633" y="49578"/>
                    <a:pt x="15931" y="48268"/>
                    <a:pt x="24563" y="46339"/>
                  </a:cubicBezTo>
                  <a:lnTo>
                    <a:pt x="24563" y="4001"/>
                  </a:lnTo>
                  <a:cubicBezTo>
                    <a:pt x="15931" y="2060"/>
                    <a:pt x="7633" y="750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5330609" y="2547924"/>
              <a:ext cx="501767" cy="870405"/>
            </a:xfrm>
            <a:custGeom>
              <a:rect b="b" l="l" r="r" t="t"/>
              <a:pathLst>
                <a:path extrusionOk="0" h="42340" w="24408">
                  <a:moveTo>
                    <a:pt x="0" y="1"/>
                  </a:moveTo>
                  <a:lnTo>
                    <a:pt x="0" y="42339"/>
                  </a:lnTo>
                  <a:cubicBezTo>
                    <a:pt x="7894" y="40577"/>
                    <a:pt x="16050" y="38291"/>
                    <a:pt x="24229" y="35410"/>
                  </a:cubicBezTo>
                  <a:cubicBezTo>
                    <a:pt x="24277" y="35398"/>
                    <a:pt x="24265" y="35374"/>
                    <a:pt x="24408" y="35362"/>
                  </a:cubicBezTo>
                  <a:lnTo>
                    <a:pt x="24408" y="6966"/>
                  </a:lnTo>
                  <a:cubicBezTo>
                    <a:pt x="24265" y="6954"/>
                    <a:pt x="24277" y="6942"/>
                    <a:pt x="24229" y="6918"/>
                  </a:cubicBezTo>
                  <a:cubicBezTo>
                    <a:pt x="16050" y="4049"/>
                    <a:pt x="7894" y="1763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 rot="5400000">
              <a:off x="2594207" y="2667746"/>
              <a:ext cx="482987" cy="630761"/>
            </a:xfrm>
            <a:custGeom>
              <a:rect b="b" l="l" r="r" t="t"/>
              <a:pathLst>
                <a:path extrusionOk="0" h="25888" w="19823">
                  <a:moveTo>
                    <a:pt x="9356" y="1"/>
                  </a:moveTo>
                  <a:cubicBezTo>
                    <a:pt x="9349" y="1"/>
                    <a:pt x="9342" y="1"/>
                    <a:pt x="9335" y="1"/>
                  </a:cubicBezTo>
                  <a:cubicBezTo>
                    <a:pt x="2823" y="1"/>
                    <a:pt x="1" y="4108"/>
                    <a:pt x="13" y="8204"/>
                  </a:cubicBezTo>
                  <a:cubicBezTo>
                    <a:pt x="25" y="13872"/>
                    <a:pt x="2977" y="14562"/>
                    <a:pt x="4359" y="21492"/>
                  </a:cubicBezTo>
                  <a:cubicBezTo>
                    <a:pt x="4436" y="21901"/>
                    <a:pt x="4646" y="22097"/>
                    <a:pt x="4844" y="22097"/>
                  </a:cubicBezTo>
                  <a:cubicBezTo>
                    <a:pt x="5045" y="22097"/>
                    <a:pt x="5234" y="21898"/>
                    <a:pt x="5263" y="21515"/>
                  </a:cubicBezTo>
                  <a:cubicBezTo>
                    <a:pt x="5507" y="18402"/>
                    <a:pt x="6880" y="17284"/>
                    <a:pt x="8156" y="17284"/>
                  </a:cubicBezTo>
                  <a:cubicBezTo>
                    <a:pt x="8875" y="17284"/>
                    <a:pt x="9564" y="17640"/>
                    <a:pt x="10002" y="18194"/>
                  </a:cubicBezTo>
                  <a:cubicBezTo>
                    <a:pt x="11502" y="20075"/>
                    <a:pt x="10788" y="23004"/>
                    <a:pt x="9609" y="25337"/>
                  </a:cubicBezTo>
                  <a:cubicBezTo>
                    <a:pt x="9506" y="25563"/>
                    <a:pt x="9661" y="25887"/>
                    <a:pt x="9851" y="25887"/>
                  </a:cubicBezTo>
                  <a:cubicBezTo>
                    <a:pt x="9881" y="25887"/>
                    <a:pt x="9912" y="25879"/>
                    <a:pt x="9943" y="25861"/>
                  </a:cubicBezTo>
                  <a:cubicBezTo>
                    <a:pt x="12455" y="24409"/>
                    <a:pt x="17336" y="19610"/>
                    <a:pt x="18336" y="13633"/>
                  </a:cubicBezTo>
                  <a:cubicBezTo>
                    <a:pt x="19823" y="4739"/>
                    <a:pt x="14955" y="1"/>
                    <a:pt x="9356" y="1"/>
                  </a:cubicBezTo>
                  <a:close/>
                </a:path>
              </a:pathLst>
            </a:custGeom>
            <a:gradFill>
              <a:gsLst>
                <a:gs pos="0">
                  <a:srgbClr val="FCBD24"/>
                </a:gs>
                <a:gs pos="100000">
                  <a:srgbClr val="FFFFFF"/>
                </a:gs>
              </a:gsLst>
              <a:lin ang="5400012" scaled="0"/>
            </a:gra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ocket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8ED174"/>
      </a:accent1>
      <a:accent2>
        <a:srgbClr val="00CD99"/>
      </a:accent2>
      <a:accent3>
        <a:srgbClr val="14A0C1"/>
      </a:accent3>
      <a:accent4>
        <a:srgbClr val="4F7CAA"/>
      </a:accent4>
      <a:accent5>
        <a:srgbClr val="5059AC"/>
      </a:accent5>
      <a:accent6>
        <a:srgbClr val="23295F"/>
      </a:accent6>
      <a:hlink>
        <a:srgbClr val="8ED17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